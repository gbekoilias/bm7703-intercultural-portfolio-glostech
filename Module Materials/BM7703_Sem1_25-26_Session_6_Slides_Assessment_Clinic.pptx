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5"/>
    <p:sldMasterId id="2147483747" r:id="rId6"/>
  </p:sldMasterIdLst>
  <p:notesMasterIdLst>
    <p:notesMasterId r:id="rId25"/>
  </p:notesMasterIdLst>
  <p:handoutMasterIdLst>
    <p:handoutMasterId r:id="rId26"/>
  </p:handoutMasterIdLst>
  <p:sldIdLst>
    <p:sldId id="674" r:id="rId7"/>
    <p:sldId id="587" r:id="rId8"/>
    <p:sldId id="675" r:id="rId9"/>
    <p:sldId id="419" r:id="rId10"/>
    <p:sldId id="678" r:id="rId11"/>
    <p:sldId id="664" r:id="rId12"/>
    <p:sldId id="665" r:id="rId13"/>
    <p:sldId id="666" r:id="rId14"/>
    <p:sldId id="676" r:id="rId15"/>
    <p:sldId id="677" r:id="rId16"/>
    <p:sldId id="683" r:id="rId17"/>
    <p:sldId id="679" r:id="rId18"/>
    <p:sldId id="680" r:id="rId19"/>
    <p:sldId id="681" r:id="rId20"/>
    <p:sldId id="316" r:id="rId21"/>
    <p:sldId id="567" r:id="rId22"/>
    <p:sldId id="682" r:id="rId23"/>
    <p:sldId id="6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691"/>
    <a:srgbClr val="FF3B58"/>
    <a:srgbClr val="F088B6"/>
    <a:srgbClr val="FAA719"/>
    <a:srgbClr val="3E77C0"/>
    <a:srgbClr val="353637"/>
    <a:srgbClr val="F5F5F5"/>
    <a:srgbClr val="EC5A29"/>
    <a:srgbClr val="FDC627"/>
    <a:srgbClr val="E67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19512-105C-455F-A410-440E49615B50}" v="3" dt="2025-10-20T20:00:10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9002"/>
  </p:normalViewPr>
  <p:slideViewPr>
    <p:cSldViewPr snapToGrid="0" snapToObjects="1" showGuides="1">
      <p:cViewPr varScale="1">
        <p:scale>
          <a:sx n="97" d="100"/>
          <a:sy n="97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OKE, Sara" userId="ae1720bc-5ac2-4085-af12-5e9690b9675b" providerId="ADAL" clId="{F5390B37-4FD2-4754-A44B-7EF621315AF2}"/>
    <pc:docChg chg="custSel modSld">
      <pc:chgData name="HOOKE, Sara" userId="ae1720bc-5ac2-4085-af12-5e9690b9675b" providerId="ADAL" clId="{F5390B37-4FD2-4754-A44B-7EF621315AF2}" dt="2025-10-20T20:01:14.747" v="123" actId="20577"/>
      <pc:docMkLst>
        <pc:docMk/>
      </pc:docMkLst>
      <pc:sldChg chg="addSp modSp mod">
        <pc:chgData name="HOOKE, Sara" userId="ae1720bc-5ac2-4085-af12-5e9690b9675b" providerId="ADAL" clId="{F5390B37-4FD2-4754-A44B-7EF621315AF2}" dt="2025-10-20T20:00:21.825" v="53" actId="20577"/>
        <pc:sldMkLst>
          <pc:docMk/>
          <pc:sldMk cId="2211257015" sldId="671"/>
        </pc:sldMkLst>
        <pc:spChg chg="mod">
          <ac:chgData name="HOOKE, Sara" userId="ae1720bc-5ac2-4085-af12-5e9690b9675b" providerId="ADAL" clId="{F5390B37-4FD2-4754-A44B-7EF621315AF2}" dt="2025-10-20T20:00:16.391" v="52" actId="26606"/>
          <ac:spMkLst>
            <pc:docMk/>
            <pc:sldMk cId="2211257015" sldId="671"/>
            <ac:spMk id="2" creationId="{6705B1D5-A933-CD6B-BCCC-6E8A5F8C3B8E}"/>
          </ac:spMkLst>
        </pc:spChg>
        <pc:spChg chg="mod">
          <ac:chgData name="HOOKE, Sara" userId="ae1720bc-5ac2-4085-af12-5e9690b9675b" providerId="ADAL" clId="{F5390B37-4FD2-4754-A44B-7EF621315AF2}" dt="2025-10-20T20:00:16.391" v="52" actId="26606"/>
          <ac:spMkLst>
            <pc:docMk/>
            <pc:sldMk cId="2211257015" sldId="671"/>
            <ac:spMk id="4" creationId="{431BF28D-D001-42C6-F9BC-1CA34E605B53}"/>
          </ac:spMkLst>
        </pc:spChg>
        <pc:spChg chg="mod">
          <ac:chgData name="HOOKE, Sara" userId="ae1720bc-5ac2-4085-af12-5e9690b9675b" providerId="ADAL" clId="{F5390B37-4FD2-4754-A44B-7EF621315AF2}" dt="2025-10-20T20:00:21.825" v="53" actId="20577"/>
          <ac:spMkLst>
            <pc:docMk/>
            <pc:sldMk cId="2211257015" sldId="671"/>
            <ac:spMk id="5" creationId="{CADF90B0-F942-3FED-A1E6-45D3511BCC8B}"/>
          </ac:spMkLst>
        </pc:spChg>
        <pc:picChg chg="add mod ord">
          <ac:chgData name="HOOKE, Sara" userId="ae1720bc-5ac2-4085-af12-5e9690b9675b" providerId="ADAL" clId="{F5390B37-4FD2-4754-A44B-7EF621315AF2}" dt="2025-10-20T20:00:16.391" v="52" actId="26606"/>
          <ac:picMkLst>
            <pc:docMk/>
            <pc:sldMk cId="2211257015" sldId="671"/>
            <ac:picMk id="6" creationId="{065AD118-09D2-5D06-FD01-ACF0AB6E9D97}"/>
          </ac:picMkLst>
        </pc:picChg>
      </pc:sldChg>
      <pc:sldChg chg="modSp mod">
        <pc:chgData name="HOOKE, Sara" userId="ae1720bc-5ac2-4085-af12-5e9690b9675b" providerId="ADAL" clId="{F5390B37-4FD2-4754-A44B-7EF621315AF2}" dt="2025-10-20T20:01:14.747" v="123" actId="20577"/>
        <pc:sldMkLst>
          <pc:docMk/>
          <pc:sldMk cId="543400490" sldId="676"/>
        </pc:sldMkLst>
        <pc:spChg chg="mod">
          <ac:chgData name="HOOKE, Sara" userId="ae1720bc-5ac2-4085-af12-5e9690b9675b" providerId="ADAL" clId="{F5390B37-4FD2-4754-A44B-7EF621315AF2}" dt="2025-10-20T20:01:14.747" v="123" actId="20577"/>
          <ac:spMkLst>
            <pc:docMk/>
            <pc:sldMk cId="543400490" sldId="676"/>
            <ac:spMk id="3" creationId="{14089B8A-0432-31A8-B055-36A1D433813F}"/>
          </ac:spMkLst>
        </pc:spChg>
      </pc:sldChg>
      <pc:sldChg chg="modSp mod">
        <pc:chgData name="HOOKE, Sara" userId="ae1720bc-5ac2-4085-af12-5e9690b9675b" providerId="ADAL" clId="{F5390B37-4FD2-4754-A44B-7EF621315AF2}" dt="2025-10-20T20:00:29.586" v="54" actId="20577"/>
        <pc:sldMkLst>
          <pc:docMk/>
          <pc:sldMk cId="345874707" sldId="680"/>
        </pc:sldMkLst>
        <pc:spChg chg="mod">
          <ac:chgData name="HOOKE, Sara" userId="ae1720bc-5ac2-4085-af12-5e9690b9675b" providerId="ADAL" clId="{F5390B37-4FD2-4754-A44B-7EF621315AF2}" dt="2025-10-20T20:00:29.586" v="54" actId="20577"/>
          <ac:spMkLst>
            <pc:docMk/>
            <pc:sldMk cId="345874707" sldId="680"/>
            <ac:spMk id="3" creationId="{D9E553CA-FE99-39DF-B3F6-48391979CC4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E5DA15-2C26-474F-84E2-E6870F82A25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D385830-8C9B-4ACF-A520-90C1B719F899}">
      <dgm:prSet/>
      <dgm:spPr/>
      <dgm:t>
        <a:bodyPr/>
        <a:lstStyle/>
        <a:p>
          <a:r>
            <a:rPr lang="en-GB" b="0" i="0"/>
            <a:t>Hofstede</a:t>
          </a:r>
          <a:endParaRPr lang="en-US"/>
        </a:p>
      </dgm:t>
    </dgm:pt>
    <dgm:pt modelId="{0A9E0C8F-6B0B-40F1-AB31-F789D942E4C6}" type="parTrans" cxnId="{F47F1B60-FACA-4219-A173-75714196E60E}">
      <dgm:prSet/>
      <dgm:spPr/>
      <dgm:t>
        <a:bodyPr/>
        <a:lstStyle/>
        <a:p>
          <a:endParaRPr lang="en-US"/>
        </a:p>
      </dgm:t>
    </dgm:pt>
    <dgm:pt modelId="{18CF0439-28E6-4BA6-B5D4-B2A46E5CB34B}" type="sibTrans" cxnId="{F47F1B60-FACA-4219-A173-75714196E60E}">
      <dgm:prSet/>
      <dgm:spPr/>
      <dgm:t>
        <a:bodyPr/>
        <a:lstStyle/>
        <a:p>
          <a:endParaRPr lang="en-US"/>
        </a:p>
      </dgm:t>
    </dgm:pt>
    <dgm:pt modelId="{ADAB428C-6612-4AFC-90C5-879CAB4FE1CE}">
      <dgm:prSet/>
      <dgm:spPr/>
      <dgm:t>
        <a:bodyPr/>
        <a:lstStyle/>
        <a:p>
          <a:r>
            <a:rPr lang="en-GB" b="0" i="0"/>
            <a:t>Erin Meyer</a:t>
          </a:r>
          <a:endParaRPr lang="en-US"/>
        </a:p>
      </dgm:t>
    </dgm:pt>
    <dgm:pt modelId="{5604DA5C-1B17-424F-809B-8CB6F2663896}" type="parTrans" cxnId="{257C6CD4-6BCA-408E-BE62-403A76894458}">
      <dgm:prSet/>
      <dgm:spPr/>
      <dgm:t>
        <a:bodyPr/>
        <a:lstStyle/>
        <a:p>
          <a:endParaRPr lang="en-US"/>
        </a:p>
      </dgm:t>
    </dgm:pt>
    <dgm:pt modelId="{AA437A97-E755-48C8-A730-A3E902445975}" type="sibTrans" cxnId="{257C6CD4-6BCA-408E-BE62-403A76894458}">
      <dgm:prSet/>
      <dgm:spPr/>
      <dgm:t>
        <a:bodyPr/>
        <a:lstStyle/>
        <a:p>
          <a:endParaRPr lang="en-US"/>
        </a:p>
      </dgm:t>
    </dgm:pt>
    <dgm:pt modelId="{CA05A00C-6BA8-428A-B402-A6304B94339A}">
      <dgm:prSet/>
      <dgm:spPr/>
      <dgm:t>
        <a:bodyPr/>
        <a:lstStyle/>
        <a:p>
          <a:r>
            <a:rPr lang="en-GB" b="0" i="0"/>
            <a:t>GLOBE</a:t>
          </a:r>
          <a:endParaRPr lang="en-US"/>
        </a:p>
      </dgm:t>
    </dgm:pt>
    <dgm:pt modelId="{99B35F4F-ECC6-4BFA-8C38-5220732A087F}" type="parTrans" cxnId="{5E5DBD74-83C5-43B4-9DB8-68EDCAEE76BB}">
      <dgm:prSet/>
      <dgm:spPr/>
      <dgm:t>
        <a:bodyPr/>
        <a:lstStyle/>
        <a:p>
          <a:endParaRPr lang="en-US"/>
        </a:p>
      </dgm:t>
    </dgm:pt>
    <dgm:pt modelId="{175E6959-8826-44BF-9E91-1A3B0459B6FF}" type="sibTrans" cxnId="{5E5DBD74-83C5-43B4-9DB8-68EDCAEE76BB}">
      <dgm:prSet/>
      <dgm:spPr/>
      <dgm:t>
        <a:bodyPr/>
        <a:lstStyle/>
        <a:p>
          <a:endParaRPr lang="en-US"/>
        </a:p>
      </dgm:t>
    </dgm:pt>
    <dgm:pt modelId="{BD6674CE-0520-42C6-B47D-8D7EF01E1C69}">
      <dgm:prSet/>
      <dgm:spPr/>
      <dgm:t>
        <a:bodyPr/>
        <a:lstStyle/>
        <a:p>
          <a:r>
            <a:rPr lang="en-GB" b="0" i="0"/>
            <a:t>Schwartz</a:t>
          </a:r>
          <a:endParaRPr lang="en-US"/>
        </a:p>
      </dgm:t>
    </dgm:pt>
    <dgm:pt modelId="{493B4B28-1C68-4CDF-8776-89A49B7D0DC7}" type="parTrans" cxnId="{93EEEB9D-02C4-4331-AA35-A7127858166A}">
      <dgm:prSet/>
      <dgm:spPr/>
      <dgm:t>
        <a:bodyPr/>
        <a:lstStyle/>
        <a:p>
          <a:endParaRPr lang="en-US"/>
        </a:p>
      </dgm:t>
    </dgm:pt>
    <dgm:pt modelId="{94517011-1592-4B98-8AC3-C3DE7BB2E6F0}" type="sibTrans" cxnId="{93EEEB9D-02C4-4331-AA35-A7127858166A}">
      <dgm:prSet/>
      <dgm:spPr/>
      <dgm:t>
        <a:bodyPr/>
        <a:lstStyle/>
        <a:p>
          <a:endParaRPr lang="en-US"/>
        </a:p>
      </dgm:t>
    </dgm:pt>
    <dgm:pt modelId="{F7435E97-9B93-4621-9B80-0B94CDCE1C08}">
      <dgm:prSet/>
      <dgm:spPr/>
      <dgm:t>
        <a:bodyPr/>
        <a:lstStyle/>
        <a:p>
          <a:r>
            <a:rPr lang="en-GB" b="0" i="0"/>
            <a:t>Trompenaars</a:t>
          </a:r>
          <a:endParaRPr lang="en-US"/>
        </a:p>
      </dgm:t>
    </dgm:pt>
    <dgm:pt modelId="{1AA3FD77-285D-41A9-97C5-6306A8EA3182}" type="parTrans" cxnId="{C951771F-49F0-484D-8E5A-AF18A0560E39}">
      <dgm:prSet/>
      <dgm:spPr/>
      <dgm:t>
        <a:bodyPr/>
        <a:lstStyle/>
        <a:p>
          <a:endParaRPr lang="en-US"/>
        </a:p>
      </dgm:t>
    </dgm:pt>
    <dgm:pt modelId="{C786A408-99E3-4E1B-A473-7B10367B7336}" type="sibTrans" cxnId="{C951771F-49F0-484D-8E5A-AF18A0560E39}">
      <dgm:prSet/>
      <dgm:spPr/>
      <dgm:t>
        <a:bodyPr/>
        <a:lstStyle/>
        <a:p>
          <a:endParaRPr lang="en-US"/>
        </a:p>
      </dgm:t>
    </dgm:pt>
    <dgm:pt modelId="{18EE00FB-ECAB-4056-BD60-8913D725A582}" type="pres">
      <dgm:prSet presAssocID="{25E5DA15-2C26-474F-84E2-E6870F82A25B}" presName="linear" presStyleCnt="0">
        <dgm:presLayoutVars>
          <dgm:dir/>
          <dgm:animLvl val="lvl"/>
          <dgm:resizeHandles val="exact"/>
        </dgm:presLayoutVars>
      </dgm:prSet>
      <dgm:spPr/>
    </dgm:pt>
    <dgm:pt modelId="{3322741E-41D4-4235-80FC-7E3BB4DCA3AB}" type="pres">
      <dgm:prSet presAssocID="{CD385830-8C9B-4ACF-A520-90C1B719F899}" presName="parentLin" presStyleCnt="0"/>
      <dgm:spPr/>
    </dgm:pt>
    <dgm:pt modelId="{32F117F9-5D46-405E-887B-D671B6B4C99A}" type="pres">
      <dgm:prSet presAssocID="{CD385830-8C9B-4ACF-A520-90C1B719F899}" presName="parentLeftMargin" presStyleLbl="node1" presStyleIdx="0" presStyleCnt="5"/>
      <dgm:spPr/>
    </dgm:pt>
    <dgm:pt modelId="{5EC27A2F-F26D-4637-B3BD-8C1C09CE426E}" type="pres">
      <dgm:prSet presAssocID="{CD385830-8C9B-4ACF-A520-90C1B719F89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C90C1C-344A-4925-95F5-0EDE06C3B364}" type="pres">
      <dgm:prSet presAssocID="{CD385830-8C9B-4ACF-A520-90C1B719F899}" presName="negativeSpace" presStyleCnt="0"/>
      <dgm:spPr/>
    </dgm:pt>
    <dgm:pt modelId="{C639C870-4977-45DE-B951-EDADC93C1BFB}" type="pres">
      <dgm:prSet presAssocID="{CD385830-8C9B-4ACF-A520-90C1B719F899}" presName="childText" presStyleLbl="conFgAcc1" presStyleIdx="0" presStyleCnt="5">
        <dgm:presLayoutVars>
          <dgm:bulletEnabled val="1"/>
        </dgm:presLayoutVars>
      </dgm:prSet>
      <dgm:spPr/>
    </dgm:pt>
    <dgm:pt modelId="{3809C7C4-A262-4B9C-B8F0-D9FF8CFA22B3}" type="pres">
      <dgm:prSet presAssocID="{18CF0439-28E6-4BA6-B5D4-B2A46E5CB34B}" presName="spaceBetweenRectangles" presStyleCnt="0"/>
      <dgm:spPr/>
    </dgm:pt>
    <dgm:pt modelId="{9634533A-C844-4071-80E5-1FDF74465985}" type="pres">
      <dgm:prSet presAssocID="{ADAB428C-6612-4AFC-90C5-879CAB4FE1CE}" presName="parentLin" presStyleCnt="0"/>
      <dgm:spPr/>
    </dgm:pt>
    <dgm:pt modelId="{0A4F11CC-23D1-4B26-BC30-177DE623189C}" type="pres">
      <dgm:prSet presAssocID="{ADAB428C-6612-4AFC-90C5-879CAB4FE1CE}" presName="parentLeftMargin" presStyleLbl="node1" presStyleIdx="0" presStyleCnt="5"/>
      <dgm:spPr/>
    </dgm:pt>
    <dgm:pt modelId="{E7678549-D65E-4FF8-B4A9-D7A3FD26B7DE}" type="pres">
      <dgm:prSet presAssocID="{ADAB428C-6612-4AFC-90C5-879CAB4FE1C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B82576A-BDD1-484F-8868-C717F613DC14}" type="pres">
      <dgm:prSet presAssocID="{ADAB428C-6612-4AFC-90C5-879CAB4FE1CE}" presName="negativeSpace" presStyleCnt="0"/>
      <dgm:spPr/>
    </dgm:pt>
    <dgm:pt modelId="{F7AB0500-9723-4810-99B5-277BE37F6A68}" type="pres">
      <dgm:prSet presAssocID="{ADAB428C-6612-4AFC-90C5-879CAB4FE1CE}" presName="childText" presStyleLbl="conFgAcc1" presStyleIdx="1" presStyleCnt="5">
        <dgm:presLayoutVars>
          <dgm:bulletEnabled val="1"/>
        </dgm:presLayoutVars>
      </dgm:prSet>
      <dgm:spPr/>
    </dgm:pt>
    <dgm:pt modelId="{0C4D33D8-85AC-49A4-AD84-BF7C92ED1590}" type="pres">
      <dgm:prSet presAssocID="{AA437A97-E755-48C8-A730-A3E902445975}" presName="spaceBetweenRectangles" presStyleCnt="0"/>
      <dgm:spPr/>
    </dgm:pt>
    <dgm:pt modelId="{7EE7C819-4EBA-4FE5-B503-37FF959AE1BF}" type="pres">
      <dgm:prSet presAssocID="{CA05A00C-6BA8-428A-B402-A6304B94339A}" presName="parentLin" presStyleCnt="0"/>
      <dgm:spPr/>
    </dgm:pt>
    <dgm:pt modelId="{BB6B9104-1207-4BFC-953A-6A84F77F4505}" type="pres">
      <dgm:prSet presAssocID="{CA05A00C-6BA8-428A-B402-A6304B94339A}" presName="parentLeftMargin" presStyleLbl="node1" presStyleIdx="1" presStyleCnt="5"/>
      <dgm:spPr/>
    </dgm:pt>
    <dgm:pt modelId="{ECFF18BB-8250-4044-9EC3-46DA4DF528A9}" type="pres">
      <dgm:prSet presAssocID="{CA05A00C-6BA8-428A-B402-A6304B94339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0E30C7C-3DCD-47C9-84FF-0B2CA87DA5F5}" type="pres">
      <dgm:prSet presAssocID="{CA05A00C-6BA8-428A-B402-A6304B94339A}" presName="negativeSpace" presStyleCnt="0"/>
      <dgm:spPr/>
    </dgm:pt>
    <dgm:pt modelId="{85A7129B-825C-4D79-A87E-22F10BC99B02}" type="pres">
      <dgm:prSet presAssocID="{CA05A00C-6BA8-428A-B402-A6304B94339A}" presName="childText" presStyleLbl="conFgAcc1" presStyleIdx="2" presStyleCnt="5">
        <dgm:presLayoutVars>
          <dgm:bulletEnabled val="1"/>
        </dgm:presLayoutVars>
      </dgm:prSet>
      <dgm:spPr/>
    </dgm:pt>
    <dgm:pt modelId="{94862993-EEFB-4699-933D-E16E170F49C6}" type="pres">
      <dgm:prSet presAssocID="{175E6959-8826-44BF-9E91-1A3B0459B6FF}" presName="spaceBetweenRectangles" presStyleCnt="0"/>
      <dgm:spPr/>
    </dgm:pt>
    <dgm:pt modelId="{40E1D573-3DEA-40DF-8BEE-0FA9A9C957B4}" type="pres">
      <dgm:prSet presAssocID="{BD6674CE-0520-42C6-B47D-8D7EF01E1C69}" presName="parentLin" presStyleCnt="0"/>
      <dgm:spPr/>
    </dgm:pt>
    <dgm:pt modelId="{1E54F7C0-646C-40E3-9C69-BAA886A78C51}" type="pres">
      <dgm:prSet presAssocID="{BD6674CE-0520-42C6-B47D-8D7EF01E1C69}" presName="parentLeftMargin" presStyleLbl="node1" presStyleIdx="2" presStyleCnt="5"/>
      <dgm:spPr/>
    </dgm:pt>
    <dgm:pt modelId="{642B4E0D-017A-4CBF-8679-A9B723B3AA66}" type="pres">
      <dgm:prSet presAssocID="{BD6674CE-0520-42C6-B47D-8D7EF01E1C6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4890512-F907-48C5-ABE4-B9C590A0FDA9}" type="pres">
      <dgm:prSet presAssocID="{BD6674CE-0520-42C6-B47D-8D7EF01E1C69}" presName="negativeSpace" presStyleCnt="0"/>
      <dgm:spPr/>
    </dgm:pt>
    <dgm:pt modelId="{FE7841B6-0B13-4C24-BF71-6802D737E02D}" type="pres">
      <dgm:prSet presAssocID="{BD6674CE-0520-42C6-B47D-8D7EF01E1C69}" presName="childText" presStyleLbl="conFgAcc1" presStyleIdx="3" presStyleCnt="5">
        <dgm:presLayoutVars>
          <dgm:bulletEnabled val="1"/>
        </dgm:presLayoutVars>
      </dgm:prSet>
      <dgm:spPr/>
    </dgm:pt>
    <dgm:pt modelId="{92A48988-1704-4FDB-A66B-0B7A91BD8706}" type="pres">
      <dgm:prSet presAssocID="{94517011-1592-4B98-8AC3-C3DE7BB2E6F0}" presName="spaceBetweenRectangles" presStyleCnt="0"/>
      <dgm:spPr/>
    </dgm:pt>
    <dgm:pt modelId="{0E1E0618-89B4-409E-87CD-5AD286C1EB94}" type="pres">
      <dgm:prSet presAssocID="{F7435E97-9B93-4621-9B80-0B94CDCE1C08}" presName="parentLin" presStyleCnt="0"/>
      <dgm:spPr/>
    </dgm:pt>
    <dgm:pt modelId="{B0E5B0D2-E38E-4217-90E0-DF92960A93F3}" type="pres">
      <dgm:prSet presAssocID="{F7435E97-9B93-4621-9B80-0B94CDCE1C08}" presName="parentLeftMargin" presStyleLbl="node1" presStyleIdx="3" presStyleCnt="5"/>
      <dgm:spPr/>
    </dgm:pt>
    <dgm:pt modelId="{F2766343-AA51-4BDC-AF7C-B3C3928CE410}" type="pres">
      <dgm:prSet presAssocID="{F7435E97-9B93-4621-9B80-0B94CDCE1C0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930600F-DA24-4D3A-A682-11E4FA3F270B}" type="pres">
      <dgm:prSet presAssocID="{F7435E97-9B93-4621-9B80-0B94CDCE1C08}" presName="negativeSpace" presStyleCnt="0"/>
      <dgm:spPr/>
    </dgm:pt>
    <dgm:pt modelId="{7D0D8DA4-A6C3-423D-8F8B-B884BEC55E55}" type="pres">
      <dgm:prSet presAssocID="{F7435E97-9B93-4621-9B80-0B94CDCE1C0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951771F-49F0-484D-8E5A-AF18A0560E39}" srcId="{25E5DA15-2C26-474F-84E2-E6870F82A25B}" destId="{F7435E97-9B93-4621-9B80-0B94CDCE1C08}" srcOrd="4" destOrd="0" parTransId="{1AA3FD77-285D-41A9-97C5-6306A8EA3182}" sibTransId="{C786A408-99E3-4E1B-A473-7B10367B7336}"/>
    <dgm:cxn modelId="{F47F1B60-FACA-4219-A173-75714196E60E}" srcId="{25E5DA15-2C26-474F-84E2-E6870F82A25B}" destId="{CD385830-8C9B-4ACF-A520-90C1B719F899}" srcOrd="0" destOrd="0" parTransId="{0A9E0C8F-6B0B-40F1-AB31-F789D942E4C6}" sibTransId="{18CF0439-28E6-4BA6-B5D4-B2A46E5CB34B}"/>
    <dgm:cxn modelId="{2E75D74D-EE4F-44C0-B10A-F00B4D79D785}" type="presOf" srcId="{25E5DA15-2C26-474F-84E2-E6870F82A25B}" destId="{18EE00FB-ECAB-4056-BD60-8913D725A582}" srcOrd="0" destOrd="0" presId="urn:microsoft.com/office/officeart/2005/8/layout/list1"/>
    <dgm:cxn modelId="{5E5DBD74-83C5-43B4-9DB8-68EDCAEE76BB}" srcId="{25E5DA15-2C26-474F-84E2-E6870F82A25B}" destId="{CA05A00C-6BA8-428A-B402-A6304B94339A}" srcOrd="2" destOrd="0" parTransId="{99B35F4F-ECC6-4BFA-8C38-5220732A087F}" sibTransId="{175E6959-8826-44BF-9E91-1A3B0459B6FF}"/>
    <dgm:cxn modelId="{E2F7D186-19F2-4123-9CA1-84F14D8392E0}" type="presOf" srcId="{F7435E97-9B93-4621-9B80-0B94CDCE1C08}" destId="{B0E5B0D2-E38E-4217-90E0-DF92960A93F3}" srcOrd="0" destOrd="0" presId="urn:microsoft.com/office/officeart/2005/8/layout/list1"/>
    <dgm:cxn modelId="{8D951F99-40BD-411E-8D1C-3AF5C0D2AED8}" type="presOf" srcId="{BD6674CE-0520-42C6-B47D-8D7EF01E1C69}" destId="{1E54F7C0-646C-40E3-9C69-BAA886A78C51}" srcOrd="0" destOrd="0" presId="urn:microsoft.com/office/officeart/2005/8/layout/list1"/>
    <dgm:cxn modelId="{D24F639C-51EC-476F-ABDC-D71738373484}" type="presOf" srcId="{F7435E97-9B93-4621-9B80-0B94CDCE1C08}" destId="{F2766343-AA51-4BDC-AF7C-B3C3928CE410}" srcOrd="1" destOrd="0" presId="urn:microsoft.com/office/officeart/2005/8/layout/list1"/>
    <dgm:cxn modelId="{93EEEB9D-02C4-4331-AA35-A7127858166A}" srcId="{25E5DA15-2C26-474F-84E2-E6870F82A25B}" destId="{BD6674CE-0520-42C6-B47D-8D7EF01E1C69}" srcOrd="3" destOrd="0" parTransId="{493B4B28-1C68-4CDF-8776-89A49B7D0DC7}" sibTransId="{94517011-1592-4B98-8AC3-C3DE7BB2E6F0}"/>
    <dgm:cxn modelId="{F964C2A5-38CE-47F0-AA5F-DF91DEDEDA47}" type="presOf" srcId="{BD6674CE-0520-42C6-B47D-8D7EF01E1C69}" destId="{642B4E0D-017A-4CBF-8679-A9B723B3AA66}" srcOrd="1" destOrd="0" presId="urn:microsoft.com/office/officeart/2005/8/layout/list1"/>
    <dgm:cxn modelId="{D619FDB7-9599-4FB9-90B9-D329DD09D055}" type="presOf" srcId="{CA05A00C-6BA8-428A-B402-A6304B94339A}" destId="{BB6B9104-1207-4BFC-953A-6A84F77F4505}" srcOrd="0" destOrd="0" presId="urn:microsoft.com/office/officeart/2005/8/layout/list1"/>
    <dgm:cxn modelId="{0B0237BE-66CE-4DAC-AABA-7E8C03DA5ACB}" type="presOf" srcId="{ADAB428C-6612-4AFC-90C5-879CAB4FE1CE}" destId="{0A4F11CC-23D1-4B26-BC30-177DE623189C}" srcOrd="0" destOrd="0" presId="urn:microsoft.com/office/officeart/2005/8/layout/list1"/>
    <dgm:cxn modelId="{DD2CEDBE-6F05-4F38-8978-E5F1BB2DC061}" type="presOf" srcId="{ADAB428C-6612-4AFC-90C5-879CAB4FE1CE}" destId="{E7678549-D65E-4FF8-B4A9-D7A3FD26B7DE}" srcOrd="1" destOrd="0" presId="urn:microsoft.com/office/officeart/2005/8/layout/list1"/>
    <dgm:cxn modelId="{67BAE5BF-C277-4A37-926F-92DC14B4F404}" type="presOf" srcId="{CD385830-8C9B-4ACF-A520-90C1B719F899}" destId="{32F117F9-5D46-405E-887B-D671B6B4C99A}" srcOrd="0" destOrd="0" presId="urn:microsoft.com/office/officeart/2005/8/layout/list1"/>
    <dgm:cxn modelId="{257C6CD4-6BCA-408E-BE62-403A76894458}" srcId="{25E5DA15-2C26-474F-84E2-E6870F82A25B}" destId="{ADAB428C-6612-4AFC-90C5-879CAB4FE1CE}" srcOrd="1" destOrd="0" parTransId="{5604DA5C-1B17-424F-809B-8CB6F2663896}" sibTransId="{AA437A97-E755-48C8-A730-A3E902445975}"/>
    <dgm:cxn modelId="{10EE71D8-6E6A-49D6-A592-9784F45B57F8}" type="presOf" srcId="{CA05A00C-6BA8-428A-B402-A6304B94339A}" destId="{ECFF18BB-8250-4044-9EC3-46DA4DF528A9}" srcOrd="1" destOrd="0" presId="urn:microsoft.com/office/officeart/2005/8/layout/list1"/>
    <dgm:cxn modelId="{41767BFF-319C-4C39-A261-184DD777C1D4}" type="presOf" srcId="{CD385830-8C9B-4ACF-A520-90C1B719F899}" destId="{5EC27A2F-F26D-4637-B3BD-8C1C09CE426E}" srcOrd="1" destOrd="0" presId="urn:microsoft.com/office/officeart/2005/8/layout/list1"/>
    <dgm:cxn modelId="{B8A14091-A636-49BF-A918-1F7D1D3BF87B}" type="presParOf" srcId="{18EE00FB-ECAB-4056-BD60-8913D725A582}" destId="{3322741E-41D4-4235-80FC-7E3BB4DCA3AB}" srcOrd="0" destOrd="0" presId="urn:microsoft.com/office/officeart/2005/8/layout/list1"/>
    <dgm:cxn modelId="{842DF8E3-DE2E-469C-ACA4-0CA410ACFE60}" type="presParOf" srcId="{3322741E-41D4-4235-80FC-7E3BB4DCA3AB}" destId="{32F117F9-5D46-405E-887B-D671B6B4C99A}" srcOrd="0" destOrd="0" presId="urn:microsoft.com/office/officeart/2005/8/layout/list1"/>
    <dgm:cxn modelId="{34207E07-3605-4DD8-9836-781188385CF9}" type="presParOf" srcId="{3322741E-41D4-4235-80FC-7E3BB4DCA3AB}" destId="{5EC27A2F-F26D-4637-B3BD-8C1C09CE426E}" srcOrd="1" destOrd="0" presId="urn:microsoft.com/office/officeart/2005/8/layout/list1"/>
    <dgm:cxn modelId="{083B4849-B880-49BC-855D-47E846989893}" type="presParOf" srcId="{18EE00FB-ECAB-4056-BD60-8913D725A582}" destId="{01C90C1C-344A-4925-95F5-0EDE06C3B364}" srcOrd="1" destOrd="0" presId="urn:microsoft.com/office/officeart/2005/8/layout/list1"/>
    <dgm:cxn modelId="{A4AA24D4-3C4D-4EA9-8B95-3186CF53CAED}" type="presParOf" srcId="{18EE00FB-ECAB-4056-BD60-8913D725A582}" destId="{C639C870-4977-45DE-B951-EDADC93C1BFB}" srcOrd="2" destOrd="0" presId="urn:microsoft.com/office/officeart/2005/8/layout/list1"/>
    <dgm:cxn modelId="{8BF2E981-8E23-4C95-B166-F76D26EADC45}" type="presParOf" srcId="{18EE00FB-ECAB-4056-BD60-8913D725A582}" destId="{3809C7C4-A262-4B9C-B8F0-D9FF8CFA22B3}" srcOrd="3" destOrd="0" presId="urn:microsoft.com/office/officeart/2005/8/layout/list1"/>
    <dgm:cxn modelId="{7C37D154-7EDE-4D77-895B-8CDBA0C85BCD}" type="presParOf" srcId="{18EE00FB-ECAB-4056-BD60-8913D725A582}" destId="{9634533A-C844-4071-80E5-1FDF74465985}" srcOrd="4" destOrd="0" presId="urn:microsoft.com/office/officeart/2005/8/layout/list1"/>
    <dgm:cxn modelId="{FF39679F-8522-4C2E-AB53-0DC31CFF3193}" type="presParOf" srcId="{9634533A-C844-4071-80E5-1FDF74465985}" destId="{0A4F11CC-23D1-4B26-BC30-177DE623189C}" srcOrd="0" destOrd="0" presId="urn:microsoft.com/office/officeart/2005/8/layout/list1"/>
    <dgm:cxn modelId="{C6305A1F-8D17-4759-AA73-DBEDC3EA38ED}" type="presParOf" srcId="{9634533A-C844-4071-80E5-1FDF74465985}" destId="{E7678549-D65E-4FF8-B4A9-D7A3FD26B7DE}" srcOrd="1" destOrd="0" presId="urn:microsoft.com/office/officeart/2005/8/layout/list1"/>
    <dgm:cxn modelId="{7CCC84E5-4F35-4B1B-AD1C-CB52D2435A45}" type="presParOf" srcId="{18EE00FB-ECAB-4056-BD60-8913D725A582}" destId="{6B82576A-BDD1-484F-8868-C717F613DC14}" srcOrd="5" destOrd="0" presId="urn:microsoft.com/office/officeart/2005/8/layout/list1"/>
    <dgm:cxn modelId="{767C6FBD-F5C3-4C6C-ADAC-C95A2A4FA32C}" type="presParOf" srcId="{18EE00FB-ECAB-4056-BD60-8913D725A582}" destId="{F7AB0500-9723-4810-99B5-277BE37F6A68}" srcOrd="6" destOrd="0" presId="urn:microsoft.com/office/officeart/2005/8/layout/list1"/>
    <dgm:cxn modelId="{2B84D4E6-F83A-45BA-85E4-FF682703FE87}" type="presParOf" srcId="{18EE00FB-ECAB-4056-BD60-8913D725A582}" destId="{0C4D33D8-85AC-49A4-AD84-BF7C92ED1590}" srcOrd="7" destOrd="0" presId="urn:microsoft.com/office/officeart/2005/8/layout/list1"/>
    <dgm:cxn modelId="{003256D6-917C-4198-BCA8-47E45D343781}" type="presParOf" srcId="{18EE00FB-ECAB-4056-BD60-8913D725A582}" destId="{7EE7C819-4EBA-4FE5-B503-37FF959AE1BF}" srcOrd="8" destOrd="0" presId="urn:microsoft.com/office/officeart/2005/8/layout/list1"/>
    <dgm:cxn modelId="{EC66B73A-1D14-4359-8654-03D126B37A11}" type="presParOf" srcId="{7EE7C819-4EBA-4FE5-B503-37FF959AE1BF}" destId="{BB6B9104-1207-4BFC-953A-6A84F77F4505}" srcOrd="0" destOrd="0" presId="urn:microsoft.com/office/officeart/2005/8/layout/list1"/>
    <dgm:cxn modelId="{07477E43-3506-46B6-9F84-7D6672DD6B2E}" type="presParOf" srcId="{7EE7C819-4EBA-4FE5-B503-37FF959AE1BF}" destId="{ECFF18BB-8250-4044-9EC3-46DA4DF528A9}" srcOrd="1" destOrd="0" presId="urn:microsoft.com/office/officeart/2005/8/layout/list1"/>
    <dgm:cxn modelId="{AE5EAAD2-CD62-474F-8408-0DACB61DF5B8}" type="presParOf" srcId="{18EE00FB-ECAB-4056-BD60-8913D725A582}" destId="{30E30C7C-3DCD-47C9-84FF-0B2CA87DA5F5}" srcOrd="9" destOrd="0" presId="urn:microsoft.com/office/officeart/2005/8/layout/list1"/>
    <dgm:cxn modelId="{6F62EC6E-AE89-4736-BB7C-9B890C25F687}" type="presParOf" srcId="{18EE00FB-ECAB-4056-BD60-8913D725A582}" destId="{85A7129B-825C-4D79-A87E-22F10BC99B02}" srcOrd="10" destOrd="0" presId="urn:microsoft.com/office/officeart/2005/8/layout/list1"/>
    <dgm:cxn modelId="{EA6736D8-851D-4F0A-87E4-7139CB38FCF0}" type="presParOf" srcId="{18EE00FB-ECAB-4056-BD60-8913D725A582}" destId="{94862993-EEFB-4699-933D-E16E170F49C6}" srcOrd="11" destOrd="0" presId="urn:microsoft.com/office/officeart/2005/8/layout/list1"/>
    <dgm:cxn modelId="{2F02F0F4-27B1-46EF-B3B9-5534786F2E8C}" type="presParOf" srcId="{18EE00FB-ECAB-4056-BD60-8913D725A582}" destId="{40E1D573-3DEA-40DF-8BEE-0FA9A9C957B4}" srcOrd="12" destOrd="0" presId="urn:microsoft.com/office/officeart/2005/8/layout/list1"/>
    <dgm:cxn modelId="{3F4885AE-0361-48BD-B78A-2DDA50BE60C7}" type="presParOf" srcId="{40E1D573-3DEA-40DF-8BEE-0FA9A9C957B4}" destId="{1E54F7C0-646C-40E3-9C69-BAA886A78C51}" srcOrd="0" destOrd="0" presId="urn:microsoft.com/office/officeart/2005/8/layout/list1"/>
    <dgm:cxn modelId="{882F0E66-EE35-48E1-A9EB-7027622F6FA8}" type="presParOf" srcId="{40E1D573-3DEA-40DF-8BEE-0FA9A9C957B4}" destId="{642B4E0D-017A-4CBF-8679-A9B723B3AA66}" srcOrd="1" destOrd="0" presId="urn:microsoft.com/office/officeart/2005/8/layout/list1"/>
    <dgm:cxn modelId="{445ADD6A-0AB4-48ED-8098-E80C6F2CC53E}" type="presParOf" srcId="{18EE00FB-ECAB-4056-BD60-8913D725A582}" destId="{F4890512-F907-48C5-ABE4-B9C590A0FDA9}" srcOrd="13" destOrd="0" presId="urn:microsoft.com/office/officeart/2005/8/layout/list1"/>
    <dgm:cxn modelId="{F17D13C9-630B-45E7-A58B-9A65C218D595}" type="presParOf" srcId="{18EE00FB-ECAB-4056-BD60-8913D725A582}" destId="{FE7841B6-0B13-4C24-BF71-6802D737E02D}" srcOrd="14" destOrd="0" presId="urn:microsoft.com/office/officeart/2005/8/layout/list1"/>
    <dgm:cxn modelId="{18FAC279-DC57-467F-8A41-F618DFBB27E2}" type="presParOf" srcId="{18EE00FB-ECAB-4056-BD60-8913D725A582}" destId="{92A48988-1704-4FDB-A66B-0B7A91BD8706}" srcOrd="15" destOrd="0" presId="urn:microsoft.com/office/officeart/2005/8/layout/list1"/>
    <dgm:cxn modelId="{0998F8C0-0809-4520-BAAD-354A32408C8A}" type="presParOf" srcId="{18EE00FB-ECAB-4056-BD60-8913D725A582}" destId="{0E1E0618-89B4-409E-87CD-5AD286C1EB94}" srcOrd="16" destOrd="0" presId="urn:microsoft.com/office/officeart/2005/8/layout/list1"/>
    <dgm:cxn modelId="{74876CEB-E68A-462D-98F2-B0EAEF5B4B94}" type="presParOf" srcId="{0E1E0618-89B4-409E-87CD-5AD286C1EB94}" destId="{B0E5B0D2-E38E-4217-90E0-DF92960A93F3}" srcOrd="0" destOrd="0" presId="urn:microsoft.com/office/officeart/2005/8/layout/list1"/>
    <dgm:cxn modelId="{2B4F1E2F-7BD4-497C-B0A9-BC29BF8F8C15}" type="presParOf" srcId="{0E1E0618-89B4-409E-87CD-5AD286C1EB94}" destId="{F2766343-AA51-4BDC-AF7C-B3C3928CE410}" srcOrd="1" destOrd="0" presId="urn:microsoft.com/office/officeart/2005/8/layout/list1"/>
    <dgm:cxn modelId="{070E3687-DC84-4CD0-B8A3-6C0DD61FCE8A}" type="presParOf" srcId="{18EE00FB-ECAB-4056-BD60-8913D725A582}" destId="{1930600F-DA24-4D3A-A682-11E4FA3F270B}" srcOrd="17" destOrd="0" presId="urn:microsoft.com/office/officeart/2005/8/layout/list1"/>
    <dgm:cxn modelId="{3EEBEEC4-32DE-45D9-9DA5-D746CBAE2267}" type="presParOf" srcId="{18EE00FB-ECAB-4056-BD60-8913D725A582}" destId="{7D0D8DA4-A6C3-423D-8F8B-B884BEC55E5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9C870-4977-45DE-B951-EDADC93C1BFB}">
      <dsp:nvSpPr>
        <dsp:cNvPr id="0" name=""/>
        <dsp:cNvSpPr/>
      </dsp:nvSpPr>
      <dsp:spPr>
        <a:xfrm>
          <a:off x="0" y="367199"/>
          <a:ext cx="966764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27A2F-F26D-4637-B3BD-8C1C09CE426E}">
      <dsp:nvSpPr>
        <dsp:cNvPr id="0" name=""/>
        <dsp:cNvSpPr/>
      </dsp:nvSpPr>
      <dsp:spPr>
        <a:xfrm>
          <a:off x="483382" y="71999"/>
          <a:ext cx="6767354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790" tIns="0" rIns="2557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Hofstede</a:t>
          </a:r>
          <a:endParaRPr lang="en-US" sz="2000" kern="1200"/>
        </a:p>
      </dsp:txBody>
      <dsp:txXfrm>
        <a:off x="512203" y="100820"/>
        <a:ext cx="6709712" cy="532758"/>
      </dsp:txXfrm>
    </dsp:sp>
    <dsp:sp modelId="{F7AB0500-9723-4810-99B5-277BE37F6A68}">
      <dsp:nvSpPr>
        <dsp:cNvPr id="0" name=""/>
        <dsp:cNvSpPr/>
      </dsp:nvSpPr>
      <dsp:spPr>
        <a:xfrm>
          <a:off x="0" y="1274400"/>
          <a:ext cx="966764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78549-D65E-4FF8-B4A9-D7A3FD26B7DE}">
      <dsp:nvSpPr>
        <dsp:cNvPr id="0" name=""/>
        <dsp:cNvSpPr/>
      </dsp:nvSpPr>
      <dsp:spPr>
        <a:xfrm>
          <a:off x="483382" y="979199"/>
          <a:ext cx="6767354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790" tIns="0" rIns="2557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Erin Meyer</a:t>
          </a:r>
          <a:endParaRPr lang="en-US" sz="2000" kern="1200"/>
        </a:p>
      </dsp:txBody>
      <dsp:txXfrm>
        <a:off x="512203" y="1008020"/>
        <a:ext cx="6709712" cy="532758"/>
      </dsp:txXfrm>
    </dsp:sp>
    <dsp:sp modelId="{85A7129B-825C-4D79-A87E-22F10BC99B02}">
      <dsp:nvSpPr>
        <dsp:cNvPr id="0" name=""/>
        <dsp:cNvSpPr/>
      </dsp:nvSpPr>
      <dsp:spPr>
        <a:xfrm>
          <a:off x="0" y="2181600"/>
          <a:ext cx="966764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F18BB-8250-4044-9EC3-46DA4DF528A9}">
      <dsp:nvSpPr>
        <dsp:cNvPr id="0" name=""/>
        <dsp:cNvSpPr/>
      </dsp:nvSpPr>
      <dsp:spPr>
        <a:xfrm>
          <a:off x="483382" y="1886400"/>
          <a:ext cx="6767354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790" tIns="0" rIns="2557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GLOBE</a:t>
          </a:r>
          <a:endParaRPr lang="en-US" sz="2000" kern="1200"/>
        </a:p>
      </dsp:txBody>
      <dsp:txXfrm>
        <a:off x="512203" y="1915221"/>
        <a:ext cx="6709712" cy="532758"/>
      </dsp:txXfrm>
    </dsp:sp>
    <dsp:sp modelId="{FE7841B6-0B13-4C24-BF71-6802D737E02D}">
      <dsp:nvSpPr>
        <dsp:cNvPr id="0" name=""/>
        <dsp:cNvSpPr/>
      </dsp:nvSpPr>
      <dsp:spPr>
        <a:xfrm>
          <a:off x="0" y="3088800"/>
          <a:ext cx="966764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B4E0D-017A-4CBF-8679-A9B723B3AA66}">
      <dsp:nvSpPr>
        <dsp:cNvPr id="0" name=""/>
        <dsp:cNvSpPr/>
      </dsp:nvSpPr>
      <dsp:spPr>
        <a:xfrm>
          <a:off x="483382" y="2793599"/>
          <a:ext cx="6767354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790" tIns="0" rIns="2557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Schwartz</a:t>
          </a:r>
          <a:endParaRPr lang="en-US" sz="2000" kern="1200"/>
        </a:p>
      </dsp:txBody>
      <dsp:txXfrm>
        <a:off x="512203" y="2822420"/>
        <a:ext cx="6709712" cy="532758"/>
      </dsp:txXfrm>
    </dsp:sp>
    <dsp:sp modelId="{7D0D8DA4-A6C3-423D-8F8B-B884BEC55E55}">
      <dsp:nvSpPr>
        <dsp:cNvPr id="0" name=""/>
        <dsp:cNvSpPr/>
      </dsp:nvSpPr>
      <dsp:spPr>
        <a:xfrm>
          <a:off x="0" y="3996000"/>
          <a:ext cx="966764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66343-AA51-4BDC-AF7C-B3C3928CE410}">
      <dsp:nvSpPr>
        <dsp:cNvPr id="0" name=""/>
        <dsp:cNvSpPr/>
      </dsp:nvSpPr>
      <dsp:spPr>
        <a:xfrm>
          <a:off x="483382" y="3700800"/>
          <a:ext cx="6767354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790" tIns="0" rIns="2557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Trompenaars</a:t>
          </a:r>
          <a:endParaRPr lang="en-US" sz="2000" kern="1200"/>
        </a:p>
      </dsp:txBody>
      <dsp:txXfrm>
        <a:off x="512203" y="3729621"/>
        <a:ext cx="6709712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EBC71A-9C5D-9A2C-A15F-A5400CDA4E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AFF51-F9E0-DB97-945D-6FE4E10A8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5EEF-DD1A-8742-8830-9AF8C51014E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16389-CE81-4455-5554-98F2CEFAB4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086A6-B781-4E85-4B21-CCF7D1EE94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19E5A-4CF6-0C47-9D09-B43E5FC27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73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6:2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24563,'-237'436'0,"3154"-436"0,-2680-436 0,-3154 436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6:35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24575,'1'-4'0,"-1"0"0,1-1 0,0 1 0,0 0 0,1 0 0,-1 0 0,1 1 0,0-1 0,0 0 0,0 1 0,1-1 0,-1 1 0,1-1 0,0 1 0,0 0 0,5-4 0,63-44 0,-50 37 0,-57 39 0,33-23 0,0 0 0,0 0 0,1 0 0,-1 1 0,0-1 0,1 1 0,-1-1 0,1 1 0,0 0 0,0 0 0,0 0 0,1 0 0,-1 0 0,1 0 0,-1 1 0,1-1 0,0 1 0,0-1 0,0 5 0,2-6 0,-1-1 0,1 0 0,0 1 0,0-1 0,0 0 0,0 0 0,1 1 0,-1-1 0,0 0 0,0 0 0,1 0 0,-1 0 0,0-1 0,1 1 0,-1 0 0,1-1 0,-1 1 0,1-1 0,0 1 0,-1-1 0,1 0 0,-1 1 0,3-1 0,45 3 0,-41-3 0,209-3 0,52 2 0,-259 2 0,1 0 0,-1 0 0,1 1 0,-1 1 0,0 0 0,0 0 0,12 6 0,-20-8 0,0 0 0,0 0 0,0 0 0,0 0 0,-1 1 0,1-1 0,0 0 0,-1 1 0,1 0 0,-1-1 0,0 1 0,1 0 0,-1 0 0,0 0 0,0-1 0,0 1 0,0 3 0,0-3 0,-1 0 0,0 1 0,0-1 0,0 1 0,-1-1 0,1 0 0,-1 1 0,1-1 0,-1 0 0,0 0 0,1 1 0,-1-1 0,0 0 0,-1 0 0,1 0 0,0 0 0,-1 0 0,1 0 0,-3 2 0,-38 35-1365,23-25-5461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6:50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849 0 24565,'-849'267'0,"2655"-267"0,-956-267 0,-2657 267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6:5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1844 137 24575,'-297'24'0,"88"-3"0,-311-12 0,982-8 0,-207-3 0,-238 2 0,0-2 0,0 0 0,0-1 0,0-1 0,-1 0 0,18-8 0,93-45 0,-94 41 0,-21 10 0,9-5 0,1 1 0,0 0 0,0 2 0,44-10 0,-47 15 0,34-6 0,89-5 0,-127 13 0,1 1 0,-1 1 0,0 1 0,0 0 0,0 1 0,0 1 0,-1 0 0,1 1 0,-1 0 0,23 13 0,-34-17 0,-1 0 0,0 1 0,1-1 0,-1 1 0,0-1 0,0 1 0,0 0 0,0 0 0,-1 0 0,1 0 0,0 0 0,-1 0 0,1 0 0,-1 1 0,0-1 0,0 0 0,0 1 0,0-1 0,1 4 0,-2-4 0,0 0 0,-1 1 0,1-1 0,0 0 0,-1 1 0,1-1 0,-1 0 0,0 0 0,1 0 0,-1 0 0,0 1 0,0-1 0,-1 0 0,1 0 0,0-1 0,-1 1 0,-2 2 0,-2 3 0,-1-1 0,-1 0 0,1-1 0,-1 0 0,0 0 0,0 0 0,0-1 0,-1 0 0,-12 3 0,-16 0 0,-1-1 0,0-3 0,0-1 0,0-1 0,-65-9 0,102 8 0,-6 0 0,1-1 0,0 0 0,0 0 0,0-1 0,0 1 0,0-1 0,-6-3 0,11 4 0,0 1 0,0-1 0,0 1 0,0-1 0,0 0 0,0 0 0,0 1 0,0-1 0,0 0 0,0 0 0,0 0 0,1 0 0,-1 0 0,0 0 0,1 0 0,-1 0 0,1 0 0,-1 0 0,1 0 0,0 0 0,-1-1 0,1 1 0,0 0 0,0 0 0,0 0 0,0-1 0,0 1 0,0 0 0,0 0 0,0 0 0,0-1 0,0 1 0,1 0 0,-1 0 0,0 0 0,1 0 0,-1 0 0,1 0 0,0 0 0,-1 0 0,1 0 0,1-1 0,9-24 0,-11 25 0,0 1 0,0-1 0,0 0 0,0 1 0,0-1 0,0 0 0,0 1 0,-1-1 0,1 1 0,0-1 0,0 0 0,0 1 0,-1-1 0,1 1 0,0-1 0,0 1 0,-1-1 0,1 1 0,-1-1 0,1 1 0,0-1 0,-1 1 0,1-1 0,-1 1 0,-3-2 0,0 1 0,0 0 0,0 0 0,0 0 0,0 0 0,0 1 0,0-1 0,0 1 0,0 0 0,-7 1 0,-1101 22 0,969-21 0,-145-6 0,203-8 0,57 7 0,0 1 0,-35 0 0,54 4 0,0 0 0,0 1 0,0 0 0,0 1 0,0 0 0,0 1 0,0-1 0,0 2 0,1-1 0,-16 10 0,15-8 0,1 1 0,-1 0 0,1 1 0,-8 9 0,15-16 0,0 1 0,1 0 0,-1 0 0,0 0 0,1 0 0,-1-1 0,1 1 0,-1 0 0,1 0 0,-1 0 0,1 0 0,-1 0 0,1 0 0,0 0 0,0 1 0,0-1 0,0 0 0,0 0 0,0 0 0,0 0 0,0 1 0,1-1 0,0 0 0,-1 1 0,1-1 0,0 0 0,1 0 0,-1-1 0,0 1 0,0 0 0,0 0 0,0 0 0,1-1 0,-1 1 0,0-1 0,1 1 0,-1-1 0,0 1 0,1-1 0,-1 0 0,1 0 0,-1 1 0,3-1 0,47 4 0,1-2 0,70-5 0,-12-1 0,453 4-1365,-539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7:16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24575,'0'-13'-8191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8:01.94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0 322 24537,'2648'0'0,"-3291"-321"0,1286 642 0,-1286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8:06.3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8:07.49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1481 1 24575,'-22'1'0,"1"1"0,-1 1 0,1 1 0,-37 12 0,-41 8 0,14-15 0,52-6 0,0 1 0,-65 16 0,84-14 0,0 1 0,1 0 0,-1 1 0,1 1 0,1 0 0,0 0 0,-21 23 0,18-17 0,-1-1 0,-1-1 0,-33 21 0,35-26 0,-1-1 0,0-1 0,0 0 0,-1-1 0,-33 5 0,-85-1 0,89-8 0,24 1 0,0 2 0,0 0 0,1 2 0,-37 13 0,-13 4 0,-18 3 25,-61 15-1415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3:48:09.08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2245 164 24575,'-31'0'0,"1"-1"0,-1-2 0,-49-10 0,-73-11 0,10 2 0,90 13 0,1 3 0,-60 0 0,-64-8 0,107 6 0,-109 2 0,105 6 0,-90-13 0,84 6 0,-139 3 0,128 5 0,61 1 0,-56 9 0,65-7 0,-1 0 0,1-2 0,-1 0 0,0-2 0,-37-3 0,-41-20 64,68 15-540,1 1-1,-49-5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B709-C50D-054B-BDEF-61F28AB7395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890D9-946C-F447-A007-CD62FC879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7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0D9-946C-F447-A007-CD62FC879A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45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0D9-946C-F447-A007-CD62FC879AC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90D9-946C-F447-A007-CD62FC879A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0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Blue">
    <p:bg>
      <p:bgPr>
        <a:solidFill>
          <a:srgbClr val="3E7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4">
            <a:extLst>
              <a:ext uri="{FF2B5EF4-FFF2-40B4-BE49-F238E27FC236}">
                <a16:creationId xmlns:a16="http://schemas.microsoft.com/office/drawing/2014/main" id="{0AA45605-E101-0EBA-E3C7-E88F3A8F0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332" y="2099074"/>
            <a:ext cx="7141336" cy="17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38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Mustard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AC5DC91-1BF9-4ABC-60EC-78C3AD642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332" y="2099074"/>
            <a:ext cx="7141336" cy="17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116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Pink">
    <p:bg>
      <p:bgPr>
        <a:solidFill>
          <a:srgbClr val="F088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4">
            <a:extLst>
              <a:ext uri="{FF2B5EF4-FFF2-40B4-BE49-F238E27FC236}">
                <a16:creationId xmlns:a16="http://schemas.microsoft.com/office/drawing/2014/main" id="{10C359C5-7041-3106-960A-4317A9872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332" y="2099074"/>
            <a:ext cx="7141336" cy="17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23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Red">
    <p:bg>
      <p:bgPr>
        <a:solidFill>
          <a:srgbClr val="FF3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4">
            <a:extLst>
              <a:ext uri="{FF2B5EF4-FFF2-40B4-BE49-F238E27FC236}">
                <a16:creationId xmlns:a16="http://schemas.microsoft.com/office/drawing/2014/main" id="{EDCD93D9-F4BB-135B-2729-5A64EE0DA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332" y="2099074"/>
            <a:ext cx="7141336" cy="17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48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Teal">
    <p:bg>
      <p:bgPr>
        <a:solidFill>
          <a:srgbClr val="1CA6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4">
            <a:extLst>
              <a:ext uri="{FF2B5EF4-FFF2-40B4-BE49-F238E27FC236}">
                <a16:creationId xmlns:a16="http://schemas.microsoft.com/office/drawing/2014/main" id="{159C9131-9802-35F9-E086-DF9C52E499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332" y="2099074"/>
            <a:ext cx="7141336" cy="17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14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AC5DC91-1BF9-4ABC-60EC-78C3AD642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5332" y="2057399"/>
            <a:ext cx="7141336" cy="185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98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tro -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4">
            <a:extLst>
              <a:ext uri="{FF2B5EF4-FFF2-40B4-BE49-F238E27FC236}">
                <a16:creationId xmlns:a16="http://schemas.microsoft.com/office/drawing/2014/main" id="{0B4789F8-AA27-494F-AA74-293C75985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332" y="2099074"/>
            <a:ext cx="7141336" cy="17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79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E57500C-78C7-9101-A77C-A4F2F86AC100}"/>
              </a:ext>
            </a:extLst>
          </p:cNvPr>
          <p:cNvGrpSpPr/>
          <p:nvPr userDrawn="1"/>
        </p:nvGrpSpPr>
        <p:grpSpPr>
          <a:xfrm>
            <a:off x="-1" y="132520"/>
            <a:ext cx="12192001" cy="6619463"/>
            <a:chOff x="-1" y="132520"/>
            <a:chExt cx="12192001" cy="6619463"/>
          </a:xfrm>
        </p:grpSpPr>
        <p:pic>
          <p:nvPicPr>
            <p:cNvPr id="12" name="Picture 11" descr="Shape&#10;&#10;Description automatically generated">
              <a:extLst>
                <a:ext uri="{FF2B5EF4-FFF2-40B4-BE49-F238E27FC236}">
                  <a16:creationId xmlns:a16="http://schemas.microsoft.com/office/drawing/2014/main" id="{685863C0-3CC0-79D1-C10E-E4A128FDB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" y="5428020"/>
              <a:ext cx="1846729" cy="1323963"/>
            </a:xfrm>
            <a:prstGeom prst="rect">
              <a:avLst/>
            </a:prstGeom>
          </p:spPr>
        </p:pic>
        <p:pic>
          <p:nvPicPr>
            <p:cNvPr id="13" name="Picture 12" descr="Shape&#10;&#10;Description automatically generated">
              <a:extLst>
                <a:ext uri="{FF2B5EF4-FFF2-40B4-BE49-F238E27FC236}">
                  <a16:creationId xmlns:a16="http://schemas.microsoft.com/office/drawing/2014/main" id="{011EFACB-3A5C-91A4-B00C-B6D273EEA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26122" y="132520"/>
              <a:ext cx="1865878" cy="1337691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716916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9846EE08-C60C-6611-7559-F5A3D426BE0D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74240" y="1645920"/>
            <a:ext cx="10980451" cy="35578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80053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0D43A2C-7F7D-F522-D966-8A94D059926D}"/>
              </a:ext>
            </a:extLst>
          </p:cNvPr>
          <p:cNvGrpSpPr/>
          <p:nvPr userDrawn="1"/>
        </p:nvGrpSpPr>
        <p:grpSpPr>
          <a:xfrm>
            <a:off x="4573" y="59918"/>
            <a:ext cx="12124601" cy="6763575"/>
            <a:chOff x="4573" y="59918"/>
            <a:chExt cx="12124601" cy="6763575"/>
          </a:xfrm>
        </p:grpSpPr>
        <p:pic>
          <p:nvPicPr>
            <p:cNvPr id="3" name="Picture 2" descr="A yellow star with a black background&#10;&#10;Description automatically generated with low confidence">
              <a:extLst>
                <a:ext uri="{FF2B5EF4-FFF2-40B4-BE49-F238E27FC236}">
                  <a16:creationId xmlns:a16="http://schemas.microsoft.com/office/drawing/2014/main" id="{F599F180-AC71-CE73-1173-AC3ED7CBD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3" y="5184009"/>
              <a:ext cx="1703892" cy="1639484"/>
            </a:xfrm>
            <a:prstGeom prst="rect">
              <a:avLst/>
            </a:prstGeom>
          </p:spPr>
        </p:pic>
        <p:pic>
          <p:nvPicPr>
            <p:cNvPr id="4" name="Picture 3" descr="A yellow star with a black background&#10;&#10;Description automatically generated with low confidence">
              <a:extLst>
                <a:ext uri="{FF2B5EF4-FFF2-40B4-BE49-F238E27FC236}">
                  <a16:creationId xmlns:a16="http://schemas.microsoft.com/office/drawing/2014/main" id="{D6156A45-B06D-93C2-2F7D-15E6A4E29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25282" y="59918"/>
              <a:ext cx="1703892" cy="1639484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716916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4E1BA221-E291-FFB6-E5F1-8AE17815887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4240" y="1645920"/>
            <a:ext cx="10980451" cy="353808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18893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2E0A79-490D-14C4-F974-11E2E0181BB3}"/>
              </a:ext>
            </a:extLst>
          </p:cNvPr>
          <p:cNvGrpSpPr/>
          <p:nvPr userDrawn="1"/>
        </p:nvGrpSpPr>
        <p:grpSpPr>
          <a:xfrm>
            <a:off x="164597" y="191844"/>
            <a:ext cx="11844874" cy="6529141"/>
            <a:chOff x="164597" y="191844"/>
            <a:chExt cx="11844874" cy="6529141"/>
          </a:xfrm>
        </p:grpSpPr>
        <p:pic>
          <p:nvPicPr>
            <p:cNvPr id="4" name="Picture 3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BD70B058-B4D0-65A6-2C50-5166F35FC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164597" y="5495288"/>
              <a:ext cx="1541327" cy="1225697"/>
            </a:xfrm>
            <a:prstGeom prst="rect">
              <a:avLst/>
            </a:prstGeom>
          </p:spPr>
        </p:pic>
        <p:pic>
          <p:nvPicPr>
            <p:cNvPr id="6" name="Picture 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A93485-F273-1BFA-737E-980BFAEDD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H="1">
              <a:off x="10468144" y="191844"/>
              <a:ext cx="1541327" cy="1225697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716916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810EC07-7220-6405-0597-FBD62F93921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4240" y="1645920"/>
            <a:ext cx="10980451" cy="384936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289245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079968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F18925-F85C-D131-011C-526A582F4B4F}"/>
              </a:ext>
            </a:extLst>
          </p:cNvPr>
          <p:cNvGrpSpPr/>
          <p:nvPr userDrawn="1"/>
        </p:nvGrpSpPr>
        <p:grpSpPr>
          <a:xfrm>
            <a:off x="66260" y="66260"/>
            <a:ext cx="12025040" cy="6738732"/>
            <a:chOff x="66260" y="66260"/>
            <a:chExt cx="12025040" cy="6738732"/>
          </a:xfrm>
        </p:grpSpPr>
        <p:pic>
          <p:nvPicPr>
            <p:cNvPr id="7" name="Picture 6" descr="Shape&#10;&#10;Description automatically generated">
              <a:extLst>
                <a:ext uri="{FF2B5EF4-FFF2-40B4-BE49-F238E27FC236}">
                  <a16:creationId xmlns:a16="http://schemas.microsoft.com/office/drawing/2014/main" id="{373F1712-B533-21FC-01AC-4AEFCF410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260" y="5433392"/>
              <a:ext cx="2437092" cy="1371600"/>
            </a:xfrm>
            <a:prstGeom prst="rect">
              <a:avLst/>
            </a:prstGeom>
          </p:spPr>
        </p:pic>
        <p:pic>
          <p:nvPicPr>
            <p:cNvPr id="9" name="Picture 8" descr="Shape&#10;&#10;Description automatically generated">
              <a:extLst>
                <a:ext uri="{FF2B5EF4-FFF2-40B4-BE49-F238E27FC236}">
                  <a16:creationId xmlns:a16="http://schemas.microsoft.com/office/drawing/2014/main" id="{92F91E10-FAB2-4120-0F13-629A41F55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9654208" y="66260"/>
              <a:ext cx="2437092" cy="1371600"/>
            </a:xfrm>
            <a:prstGeom prst="rect">
              <a:avLst/>
            </a:prstGeom>
          </p:spPr>
        </p:pic>
      </p:grp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E4D6CBC-5F47-838E-5EA6-EC8C6DD1B4B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4240" y="1645920"/>
            <a:ext cx="10980451" cy="360772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3775000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660F8BE-8535-0A6D-3C7D-584A13A08D87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pic>
          <p:nvPicPr>
            <p:cNvPr id="4" name="Picture 3" descr="Shape, rectangle&#10;&#10;Description automatically generated">
              <a:extLst>
                <a:ext uri="{FF2B5EF4-FFF2-40B4-BE49-F238E27FC236}">
                  <a16:creationId xmlns:a16="http://schemas.microsoft.com/office/drawing/2014/main" id="{4B66CEE4-A825-4223-10DF-E13ED9A0B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5818537"/>
              <a:ext cx="1846943" cy="1039463"/>
            </a:xfrm>
            <a:prstGeom prst="rect">
              <a:avLst/>
            </a:prstGeom>
          </p:spPr>
        </p:pic>
        <p:pic>
          <p:nvPicPr>
            <p:cNvPr id="6" name="Picture 5" descr="Shape, rectangle&#10;&#10;Description automatically generated">
              <a:extLst>
                <a:ext uri="{FF2B5EF4-FFF2-40B4-BE49-F238E27FC236}">
                  <a16:creationId xmlns:a16="http://schemas.microsoft.com/office/drawing/2014/main" id="{A9FB3CD6-7EE3-A5AC-8D4A-43299D34B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 flipV="1">
              <a:off x="10343533" y="0"/>
              <a:ext cx="1846943" cy="1039463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079968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4C939C7-490B-17B5-2006-52C790352D2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4240" y="1645920"/>
            <a:ext cx="10980451" cy="384936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3462707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4258EA6-9FB2-815D-57CF-615D3156E80E}"/>
              </a:ext>
            </a:extLst>
          </p:cNvPr>
          <p:cNvGrpSpPr/>
          <p:nvPr userDrawn="1"/>
        </p:nvGrpSpPr>
        <p:grpSpPr>
          <a:xfrm>
            <a:off x="28090" y="1"/>
            <a:ext cx="12160862" cy="6854674"/>
            <a:chOff x="28090" y="1"/>
            <a:chExt cx="12160862" cy="6854674"/>
          </a:xfrm>
        </p:grpSpPr>
        <p:pic>
          <p:nvPicPr>
            <p:cNvPr id="7" name="Picture 6" descr="Logo&#10;&#10;Description automatically generated">
              <a:extLst>
                <a:ext uri="{FF2B5EF4-FFF2-40B4-BE49-F238E27FC236}">
                  <a16:creationId xmlns:a16="http://schemas.microsoft.com/office/drawing/2014/main" id="{EFEC4D6A-4A22-15C3-F75A-33BC8BC24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-448563" y="5150836"/>
              <a:ext cx="2180492" cy="1227185"/>
            </a:xfrm>
            <a:prstGeom prst="rect">
              <a:avLst/>
            </a:prstGeom>
          </p:spPr>
        </p:pic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9038D2EC-E056-06EE-6961-9C7E479FD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 flipH="1">
              <a:off x="10485114" y="476654"/>
              <a:ext cx="2180492" cy="1227185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079968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D8B7A707-66EB-F3C0-7C6B-41B63F4EC67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55276" y="1645920"/>
            <a:ext cx="9667649" cy="4572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3314366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/ Image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6B1C24-D3E5-EB08-D472-3268D44B70F2}"/>
              </a:ext>
            </a:extLst>
          </p:cNvPr>
          <p:cNvGrpSpPr/>
          <p:nvPr userDrawn="1"/>
        </p:nvGrpSpPr>
        <p:grpSpPr>
          <a:xfrm>
            <a:off x="41360" y="-25400"/>
            <a:ext cx="12123716" cy="6857999"/>
            <a:chOff x="66760" y="0"/>
            <a:chExt cx="12123716" cy="6857999"/>
          </a:xfrm>
        </p:grpSpPr>
        <p:pic>
          <p:nvPicPr>
            <p:cNvPr id="5" name="Picture 4" descr="Shape&#10;&#10;Description automatically generated">
              <a:extLst>
                <a:ext uri="{FF2B5EF4-FFF2-40B4-BE49-F238E27FC236}">
                  <a16:creationId xmlns:a16="http://schemas.microsoft.com/office/drawing/2014/main" id="{99BF3BF0-382E-38F4-F4C8-EAE9F7EFE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760" y="5627077"/>
              <a:ext cx="1294317" cy="1230922"/>
            </a:xfrm>
            <a:prstGeom prst="rect">
              <a:avLst/>
            </a:prstGeom>
          </p:spPr>
        </p:pic>
        <p:pic>
          <p:nvPicPr>
            <p:cNvPr id="7" name="Picture 6" descr="Shape&#10;&#10;Description automatically generated">
              <a:extLst>
                <a:ext uri="{FF2B5EF4-FFF2-40B4-BE49-F238E27FC236}">
                  <a16:creationId xmlns:a16="http://schemas.microsoft.com/office/drawing/2014/main" id="{D3C6E284-0EE8-45F4-56A5-D76701A2E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159" y="0"/>
              <a:ext cx="1294317" cy="1230922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FF506FE-E5AB-E683-725A-021210478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0" y="357188"/>
            <a:ext cx="9079968" cy="756718"/>
          </a:xfrm>
          <a:prstGeom prst="rect">
            <a:avLst/>
          </a:prstGeom>
        </p:spPr>
        <p:txBody>
          <a:bodyPr anchor="t"/>
          <a:lstStyle>
            <a:lvl1pPr>
              <a:lnSpc>
                <a:spcPct val="85000"/>
              </a:lnSpc>
              <a:defRPr sz="5200" cap="all" baseline="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r>
              <a:rPr lang="en-GB" dirty="0"/>
              <a:t>INSERT title</a:t>
            </a:r>
            <a:endParaRPr lang="en-US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4C939C7-490B-17B5-2006-52C790352D2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4240" y="1645920"/>
            <a:ext cx="10980451" cy="384936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</p:spTree>
    <p:extLst>
      <p:ext uri="{BB962C8B-B14F-4D97-AF65-F5344CB8AC3E}">
        <p14:creationId xmlns:p14="http://schemas.microsoft.com/office/powerpoint/2010/main" val="4054088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+ Image - Pink">
    <p:bg>
      <p:bgPr>
        <a:solidFill>
          <a:srgbClr val="F088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41BEA2-B145-B2D2-4CCC-04E49981A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744" y="642887"/>
            <a:ext cx="5293159" cy="62584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400" b="0" i="0" u="none" cap="all" baseline="0">
                <a:solidFill>
                  <a:schemeClr val="tx1"/>
                </a:solidFill>
                <a:latin typeface="Impact" panose="020B0806030902050204" pitchFamily="34" charset="0"/>
                <a:ea typeface="Beatrice" pitchFamily="2" charset="77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AF77B74-A798-632A-79E0-7843F4AB81F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96000" y="685800"/>
            <a:ext cx="6096000" cy="55293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  <a:lvl2pPr marL="723900" indent="0">
              <a:buNone/>
              <a:defRPr/>
            </a:lvl2pPr>
          </a:lstStyle>
          <a:p>
            <a:pPr marL="228600" marR="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Helvetica"/>
              <a:buChar char="–"/>
              <a:tabLst/>
            </a:pPr>
            <a:r>
              <a:rPr lang="en-GB" dirty="0"/>
              <a:t>Insert Picture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D999A1E-EBC3-F8C8-0D66-05F11EBE878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1841" y="1595119"/>
            <a:ext cx="5293159" cy="4655073"/>
          </a:xfrm>
          <a:prstGeom prst="rect">
            <a:avLst/>
          </a:prstGeo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 or bullet points</a:t>
            </a:r>
          </a:p>
        </p:txBody>
      </p:sp>
    </p:spTree>
    <p:extLst>
      <p:ext uri="{BB962C8B-B14F-4D97-AF65-F5344CB8AC3E}">
        <p14:creationId xmlns:p14="http://schemas.microsoft.com/office/powerpoint/2010/main" val="4073503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 colum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371DAE-A209-4F99-8998-011EBCC6FC9F}"/>
              </a:ext>
            </a:extLst>
          </p:cNvPr>
          <p:cNvSpPr/>
          <p:nvPr userDrawn="1"/>
        </p:nvSpPr>
        <p:spPr>
          <a:xfrm>
            <a:off x="0" y="6348923"/>
            <a:ext cx="12192000" cy="522000"/>
          </a:xfrm>
          <a:prstGeom prst="rect">
            <a:avLst/>
          </a:prstGeom>
          <a:solidFill>
            <a:srgbClr val="3637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559C2F-91B3-4E84-B4E9-A061D33D4E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" y="6346825"/>
            <a:ext cx="12192000" cy="521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137DBE-3DCB-461E-8748-28DDBCC2B3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36792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F84C52A-A232-44B0-91E1-6C35437E881A}"/>
              </a:ext>
            </a:extLst>
          </p:cNvPr>
          <p:cNvSpPr txBox="1">
            <a:spLocks/>
          </p:cNvSpPr>
          <p:nvPr userDrawn="1"/>
        </p:nvSpPr>
        <p:spPr>
          <a:xfrm>
            <a:off x="11174400" y="6348923"/>
            <a:ext cx="500400" cy="5016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ts val="1900"/>
              </a:lnSpc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865ED3-5985-4D19-8FFA-E2B1DCF4EC5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849FF-D1BD-4B43-80E5-706DB49E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842400"/>
            <a:ext cx="54792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250"/>
              </a:lnSpc>
            </a:pPr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A6D8F6-1179-4A3E-B426-3B2F125F16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0" y="6423209"/>
            <a:ext cx="1472965" cy="3832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00" y="80398"/>
            <a:ext cx="762002" cy="762002"/>
          </a:xfrm>
          <a:prstGeom prst="rect">
            <a:avLst/>
          </a:prstGeom>
        </p:spPr>
      </p:pic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810EB91-327E-4BC3-93A7-D326DD9D23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87" y="1562399"/>
            <a:ext cx="10652114" cy="4368843"/>
          </a:xfrm>
        </p:spPr>
        <p:txBody>
          <a:bodyPr vert="horz" lIns="0" tIns="33120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 smtClean="0">
                <a:solidFill>
                  <a:schemeClr val="tx2"/>
                </a:solidFill>
                <a:latin typeface="+mn-lt"/>
              </a:defRPr>
            </a:lvl1pPr>
            <a:lvl2pPr marL="432000" indent="-288000">
              <a:lnSpc>
                <a:spcPct val="100000"/>
              </a:lnSpc>
              <a:buClr>
                <a:schemeClr val="accent1"/>
              </a:buClr>
              <a:buSzPct val="90000"/>
              <a:buFont typeface="Wingdings" panose="05000000000000000000" pitchFamily="2" charset="2"/>
              <a:buChar char="n"/>
              <a:defRPr lang="en-US" dirty="0" smtClean="0">
                <a:solidFill>
                  <a:schemeClr val="tx2"/>
                </a:solidFill>
                <a:latin typeface="+mn-lt"/>
              </a:defRPr>
            </a:lvl2pPr>
            <a:lvl3pPr marL="576000" indent="-2160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  <a:defRPr sz="2300">
                <a:solidFill>
                  <a:schemeClr val="tx2"/>
                </a:solidFill>
              </a:defRPr>
            </a:lvl3pPr>
            <a:lvl4pPr marL="720000" indent="-216000">
              <a:lnSpc>
                <a:spcPct val="100000"/>
              </a:lnSpc>
              <a:buFont typeface="Arial" panose="020B0604020202020204" pitchFamily="34" charset="0"/>
              <a:buChar char="▪"/>
              <a:defRPr sz="2200" u="none" baseline="0">
                <a:solidFill>
                  <a:schemeClr val="tx2"/>
                </a:solidFill>
              </a:defRPr>
            </a:lvl4pPr>
            <a:lvl5pPr marL="864000" indent="-216000">
              <a:lnSpc>
                <a:spcPct val="100000"/>
              </a:lnSpc>
              <a:buClrTx/>
              <a:buSzPct val="80000"/>
              <a:buFont typeface="Arial" panose="020B0604020202020204" pitchFamily="34" charset="0"/>
              <a:buChar char="▫"/>
              <a:defRPr lang="en-US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>
              <a:lnSpc>
                <a:spcPct val="100000"/>
              </a:lnSpc>
              <a:buClr>
                <a:schemeClr val="tx2"/>
              </a:buClr>
              <a:buSzPct val="90000"/>
              <a:def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78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, fireworks&#10;&#10;Description automatically generated">
            <a:extLst>
              <a:ext uri="{FF2B5EF4-FFF2-40B4-BE49-F238E27FC236}">
                <a16:creationId xmlns:a16="http://schemas.microsoft.com/office/drawing/2014/main" id="{15B96FEC-57BA-5533-1816-0C6E4EC31D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2700"/>
            <a:ext cx="12214663" cy="68453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27C368D-4969-E2C9-1121-03D776A95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522" y="406399"/>
            <a:ext cx="9537278" cy="408940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9000" b="0" i="0" u="none" cap="all" baseline="0">
                <a:solidFill>
                  <a:schemeClr val="bg1"/>
                </a:solidFill>
                <a:latin typeface="Impact" panose="020B0806030902050204" pitchFamily="34" charset="0"/>
                <a:ea typeface="Beatrice" pitchFamily="2" charset="77"/>
              </a:defRPr>
            </a:lvl1pPr>
          </a:lstStyle>
          <a:p>
            <a:r>
              <a:rPr lang="en-US" dirty="0"/>
              <a:t>Insert title </a:t>
            </a:r>
            <a:br>
              <a:rPr lang="en-US" dirty="0"/>
            </a:br>
            <a:r>
              <a:rPr lang="en-US" dirty="0"/>
              <a:t>text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5680C-DFDF-3627-5CBC-C4D906DE6C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3143" y="5673919"/>
            <a:ext cx="3114674" cy="77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2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+ Larger Image - Mustard">
    <p:bg>
      <p:bgPr>
        <a:solidFill>
          <a:srgbClr val="FAA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A00B-B302-66E5-55F4-1070290D5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187" y="958362"/>
            <a:ext cx="3458273" cy="494127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4400" b="0" i="0" u="none" cap="all" baseline="0">
                <a:solidFill>
                  <a:schemeClr val="tx1"/>
                </a:solidFill>
                <a:latin typeface="Impact" panose="020B0806030902050204" pitchFamily="34" charset="0"/>
                <a:ea typeface="Beatrice" pitchFamily="2" charset="77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usp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– one point only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F3C6395-8F92-A63B-69A2-D30BF0A3C4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40530" y="958362"/>
            <a:ext cx="7951470" cy="49412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  <a:lvl2pPr marL="723900" indent="0">
              <a:buNone/>
              <a:defRPr/>
            </a:lvl2pPr>
          </a:lstStyle>
          <a:p>
            <a:pPr marL="228600" marR="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Helvetica"/>
              <a:buChar char="–"/>
              <a:tabLst/>
            </a:pPr>
            <a:r>
              <a:rPr lang="en-GB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500770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+ Larger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A00B-B302-66E5-55F4-1070290D5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187" y="958362"/>
            <a:ext cx="3458273" cy="494127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4400" b="0" i="0" u="none" cap="all" baseline="0">
                <a:solidFill>
                  <a:schemeClr val="tx1"/>
                </a:solidFill>
                <a:latin typeface="Impact" panose="020B0806030902050204" pitchFamily="34" charset="0"/>
                <a:ea typeface="Beatrice" pitchFamily="2" charset="77"/>
              </a:defRPr>
            </a:lvl1pPr>
          </a:lstStyle>
          <a:p>
            <a:r>
              <a:rPr lang="en-US"/>
              <a:t>Insert </a:t>
            </a:r>
            <a:r>
              <a:rPr lang="en-US" err="1"/>
              <a:t>usp</a:t>
            </a:r>
            <a:r>
              <a:rPr lang="en-US"/>
              <a:t> </a:t>
            </a:r>
            <a:br>
              <a:rPr lang="en-US"/>
            </a:br>
            <a:r>
              <a:rPr lang="en-US"/>
              <a:t>– one point only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F3C6395-8F92-A63B-69A2-D30BF0A3C4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40530" y="958362"/>
            <a:ext cx="7951470" cy="49412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  <a:lvl2pPr marL="723900" indent="0">
              <a:buNone/>
              <a:defRPr/>
            </a:lvl2pPr>
          </a:lstStyle>
          <a:p>
            <a:pPr marL="228600" marR="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Helvetica"/>
              <a:buChar char="–"/>
              <a:tabLst/>
            </a:pPr>
            <a:r>
              <a:rPr lang="en-GB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355529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+ Text / Table - Mustard">
    <p:bg>
      <p:bgPr>
        <a:solidFill>
          <a:srgbClr val="FAA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6A9E545A-CD31-BDD1-8D26-AC71F833C2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4240" y="1503679"/>
            <a:ext cx="11229015" cy="383309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600" b="0" i="0">
                <a:solidFill>
                  <a:schemeClr val="tx1"/>
                </a:solidFill>
                <a:latin typeface="Arial" panose="020B0604020202020204" pitchFamily="34" charset="0"/>
                <a:ea typeface="Beatrice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Body Copy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BCBAD8-5AEA-F6D3-FA34-009904C2C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241" y="429527"/>
            <a:ext cx="9700290" cy="89394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5200" b="0" i="0" u="none" cap="all" baseline="0">
                <a:solidFill>
                  <a:schemeClr val="tx1"/>
                </a:solidFill>
                <a:latin typeface="Impact" panose="020B0806030902050204" pitchFamily="34" charset="0"/>
                <a:ea typeface="Beatrice" pitchFamily="2" charset="77"/>
              </a:defRPr>
            </a:lvl1pPr>
          </a:lstStyle>
          <a:p>
            <a:r>
              <a:rPr lang="en-US" dirty="0"/>
              <a:t>Insert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75A15D-A8B8-8EF8-4647-19369A6869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822" y="5524823"/>
            <a:ext cx="1149335" cy="1099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C4838F-16DB-DB20-DC86-8B3911E30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00593" y="233933"/>
            <a:ext cx="1149335" cy="109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8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13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7" r:id="rId4"/>
    <p:sldLayoutId id="2147483856" r:id="rId5"/>
    <p:sldLayoutId id="2147483763" r:id="rId6"/>
    <p:sldLayoutId id="214748389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71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1" r:id="rId2"/>
    <p:sldLayoutId id="2147483760" r:id="rId3"/>
    <p:sldLayoutId id="2147483762" r:id="rId4"/>
    <p:sldLayoutId id="2147483961" r:id="rId5"/>
    <p:sldLayoutId id="2147483962" r:id="rId6"/>
    <p:sldLayoutId id="2147483963" r:id="rId7"/>
    <p:sldLayoutId id="2147483964" r:id="rId8"/>
    <p:sldLayoutId id="2147483966" r:id="rId9"/>
    <p:sldLayoutId id="2147483967" r:id="rId10"/>
    <p:sldLayoutId id="2147483968" r:id="rId11"/>
    <p:sldLayoutId id="2147483969" r:id="rId12"/>
    <p:sldLayoutId id="21474839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dlet.com/uniofglos/bm7703-assessment-questions-8q3nbeoncm5nbtj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glos.ac.uk/mod/assign/view.php?id=2327266" TargetMode="External"/><Relationship Id="rId2" Type="http://schemas.openxmlformats.org/officeDocument/2006/relationships/hyperlink" Target="https://moodle.glos.ac.uk/mod/assign/view.php?id=2327136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los.ac.uk/library/referencing-and-study-skills/referencing/" TargetMode="External"/><Relationship Id="rId2" Type="http://schemas.openxmlformats.org/officeDocument/2006/relationships/hyperlink" Target="https://connectglosac.sharepoint.com/sites/library-resources/Guides/APA%20Referencing.pdf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-citethemrightonline-com.glos.idm.oclc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theculturefactor.com/country-comparison-tool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6.xml"/><Relationship Id="rId18" Type="http://schemas.openxmlformats.org/officeDocument/2006/relationships/image" Target="../media/image3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31.png"/><Relationship Id="rId17" Type="http://schemas.openxmlformats.org/officeDocument/2006/relationships/customXml" Target="../ink/ink8.xml"/><Relationship Id="rId2" Type="http://schemas.openxmlformats.org/officeDocument/2006/relationships/image" Target="../media/image26.png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30.png"/><Relationship Id="rId19" Type="http://schemas.openxmlformats.org/officeDocument/2006/relationships/customXml" Target="../ink/ink9.xml"/><Relationship Id="rId4" Type="http://schemas.openxmlformats.org/officeDocument/2006/relationships/image" Target="../media/image27.png"/><Relationship Id="rId9" Type="http://schemas.openxmlformats.org/officeDocument/2006/relationships/customXml" Target="../ink/ink4.xml"/><Relationship Id="rId1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adlet.com/uniofglos/what-grades-would-you-award-wam4uf66ywnxty2b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A34B90-C375-1990-D6A2-35E31B05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0" dirty="0"/>
              <a:t>BM7703 </a:t>
            </a:r>
            <a:br>
              <a:rPr lang="en-GB" sz="8000" dirty="0"/>
            </a:br>
            <a:r>
              <a:rPr lang="en-GB" sz="8000" dirty="0"/>
              <a:t>Assessment Support</a:t>
            </a:r>
            <a:br>
              <a:rPr lang="en-GB" dirty="0"/>
            </a:br>
            <a:br>
              <a:rPr lang="en-GB" sz="2800" dirty="0"/>
            </a:br>
            <a:r>
              <a:rPr lang="en-GB" sz="2800" dirty="0"/>
              <a:t>session 6 </a:t>
            </a:r>
            <a:br>
              <a:rPr lang="en-GB" sz="2800" dirty="0"/>
            </a:br>
            <a:r>
              <a:rPr lang="en-GB" sz="2800" dirty="0"/>
              <a:t>Sara Hooke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824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6D15F1-A798-8655-CEB8-77AA3C3B51D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Please submit questions about the assessment on the Assessment Padlet.</a:t>
            </a:r>
          </a:p>
          <a:p>
            <a:r>
              <a:rPr lang="en-GB" dirty="0"/>
              <a:t>It can be found at the top of the main Moodle site for this module.</a:t>
            </a:r>
          </a:p>
          <a:p>
            <a:endParaRPr lang="en-GB" dirty="0"/>
          </a:p>
          <a:p>
            <a:r>
              <a:rPr lang="en-GB" dirty="0"/>
              <a:t>From the questions submitted I will create a FAQs.</a:t>
            </a:r>
          </a:p>
          <a:p>
            <a:r>
              <a:rPr lang="en-GB" dirty="0"/>
              <a:t>I will also talk about queries in our assessment session next week.</a:t>
            </a:r>
          </a:p>
          <a:p>
            <a:endParaRPr lang="en-GB" dirty="0"/>
          </a:p>
          <a:p>
            <a:r>
              <a:rPr lang="en-GB" sz="1800" dirty="0">
                <a:hlinkClick r:id="rId3"/>
              </a:rPr>
              <a:t>https://padlet.com/uniofglos/bm7703-assessment-questions-8q3nbeoncm5nbtji</a:t>
            </a:r>
            <a:r>
              <a:rPr lang="en-GB" sz="1800" dirty="0"/>
              <a:t>  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EA4F29-41DB-61EA-6F1A-2C65F355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Padlet</a:t>
            </a:r>
          </a:p>
        </p:txBody>
      </p:sp>
      <p:pic>
        <p:nvPicPr>
          <p:cNvPr id="6" name="Picture 5" descr="A qr code with a paper crane&#10;&#10;AI-generated content may be incorrect.">
            <a:extLst>
              <a:ext uri="{FF2B5EF4-FFF2-40B4-BE49-F238E27FC236}">
                <a16:creationId xmlns:a16="http://schemas.microsoft.com/office/drawing/2014/main" id="{05AF94AC-4A63-8FBF-F8CD-C62A225A6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817" y="3790122"/>
            <a:ext cx="2885661" cy="28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7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5182-2EBB-FDFB-AFFC-F94C543BE76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4240" y="1828799"/>
            <a:ext cx="11229015" cy="35079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600" b="1" dirty="0"/>
              <a:t>Nigeria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600" b="1" dirty="0"/>
              <a:t>Netherlands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600" b="1" dirty="0"/>
              <a:t>China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600" dirty="0"/>
              <a:t>Don’t forget there is </a:t>
            </a:r>
            <a:r>
              <a:rPr lang="en-GB" sz="3600" b="1" dirty="0"/>
              <a:t>UK manager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600" dirty="0"/>
              <a:t>There will be negotiation with a </a:t>
            </a:r>
            <a:r>
              <a:rPr lang="en-GB" sz="3600" b="1" dirty="0"/>
              <a:t>Vietnamese </a:t>
            </a:r>
            <a:r>
              <a:rPr lang="en-GB" sz="3600" dirty="0"/>
              <a:t>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F3402-1E22-9CDE-80FF-7A6BC847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COuntry</a:t>
            </a:r>
            <a:r>
              <a:rPr lang="en-GB" dirty="0"/>
              <a:t> cultures of team members</a:t>
            </a:r>
          </a:p>
        </p:txBody>
      </p:sp>
    </p:spTree>
    <p:extLst>
      <p:ext uri="{BB962C8B-B14F-4D97-AF65-F5344CB8AC3E}">
        <p14:creationId xmlns:p14="http://schemas.microsoft.com/office/powerpoint/2010/main" val="242890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4F1C-D535-E7BA-2E21-45526D04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F78D-B26E-A3C2-31AD-82D241D8FF0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4240" y="1645920"/>
            <a:ext cx="10980451" cy="3737610"/>
          </a:xfrm>
        </p:spPr>
        <p:txBody>
          <a:bodyPr/>
          <a:lstStyle/>
          <a:p>
            <a:endParaRPr lang="en-GB" dirty="0"/>
          </a:p>
          <a:p>
            <a:r>
              <a:rPr lang="en-GB" dirty="0">
                <a:hlinkClick r:id="rId2"/>
              </a:rPr>
              <a:t>https://moodle.glos.ac.uk/mod/assign/view.php?id=2327136</a:t>
            </a:r>
            <a:r>
              <a:rPr lang="en-GB" dirty="0"/>
              <a:t> (E)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https://moodle.glos.ac.uk/mod/assign/view.php?id=2327266</a:t>
            </a:r>
            <a:r>
              <a:rPr lang="en-GB" dirty="0"/>
              <a:t> (F) </a:t>
            </a:r>
          </a:p>
          <a:p>
            <a:pPr algn="l">
              <a:lnSpc>
                <a:spcPct val="1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978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251F3-62A2-3EAF-BDB8-03BB940C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note on Referencing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B24AAA-5309-3589-AEAE-5E111D93CB3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Link to quick APA referencing guide which is on the </a:t>
            </a:r>
            <a:r>
              <a:rPr lang="en-GB" dirty="0" err="1"/>
              <a:t>moodle</a:t>
            </a:r>
            <a:r>
              <a:rPr lang="en-GB" dirty="0"/>
              <a:t> site</a:t>
            </a:r>
          </a:p>
          <a:p>
            <a:r>
              <a:rPr lang="en-GB" u="sng" dirty="0">
                <a:hlinkClick r:id="rId2"/>
              </a:rPr>
              <a:t>https://connectglosac.sharepoint.com/sites/library-resources/Guides/APA%20Referencing.pdf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Also use the library website</a:t>
            </a:r>
          </a:p>
          <a:p>
            <a:r>
              <a:rPr lang="en-GB" dirty="0">
                <a:hlinkClick r:id="rId3"/>
              </a:rPr>
              <a:t>https://sites.glos.ac.uk/library/referencing-and-study-skills/referencing/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Use the Cite them right website</a:t>
            </a:r>
          </a:p>
          <a:p>
            <a:r>
              <a:rPr lang="en-GB" dirty="0">
                <a:hlinkClick r:id="rId4"/>
              </a:rPr>
              <a:t>https://www-citethemrightonline-com.glos.idm.oclc.org/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538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itle 1">
            <a:extLst>
              <a:ext uri="{FF2B5EF4-FFF2-40B4-BE49-F238E27FC236}">
                <a16:creationId xmlns:a16="http://schemas.microsoft.com/office/drawing/2014/main" id="{055B4AF6-0391-6747-0A91-B5CA4E0E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87" y="958362"/>
            <a:ext cx="3458273" cy="4941275"/>
          </a:xfrm>
        </p:spPr>
        <p:txBody>
          <a:bodyPr/>
          <a:lstStyle/>
          <a:p>
            <a:r>
              <a:rPr lang="en-US" dirty="0"/>
              <a:t>Avoid this!!!</a:t>
            </a:r>
          </a:p>
        </p:txBody>
      </p:sp>
      <p:pic>
        <p:nvPicPr>
          <p:cNvPr id="2050" name="Picture 2" descr="Free Cluttered Closet Chaos Image | Download at StockCake">
            <a:extLst>
              <a:ext uri="{FF2B5EF4-FFF2-40B4-BE49-F238E27FC236}">
                <a16:creationId xmlns:a16="http://schemas.microsoft.com/office/drawing/2014/main" id="{4C837562-A72D-40E8-02A1-9BFC8C4B7663}"/>
              </a:ext>
            </a:extLst>
          </p:cNvPr>
          <p:cNvPicPr>
            <a:picLocks noGrp="1" noChangeAspect="1" noChangeArrowheads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322741" y="39908"/>
            <a:ext cx="4828479" cy="677038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8153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6E34C130-6C2E-C0F0-8B86-9F5BE519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87" y="958362"/>
            <a:ext cx="3458273" cy="4941275"/>
          </a:xfrm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Overflowing Closet Stock Illustrations – 89 Overflowing Closet Stock  Illustrations, Vectors &amp; Clipart - Dreamstime">
            <a:extLst>
              <a:ext uri="{FF2B5EF4-FFF2-40B4-BE49-F238E27FC236}">
                <a16:creationId xmlns:a16="http://schemas.microsoft.com/office/drawing/2014/main" id="{C472019D-B7C0-5D50-A47A-F5D4199F1E1B}"/>
              </a:ext>
            </a:extLst>
          </p:cNvPr>
          <p:cNvPicPr>
            <a:picLocks noGrp="1" noChangeAspect="1" noChangeArrowheads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048780" y="958362"/>
            <a:ext cx="6334969" cy="494127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1414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A609-9A9E-7464-765E-2CC667E8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87" y="958362"/>
            <a:ext cx="3869753" cy="4941275"/>
          </a:xfrm>
        </p:spPr>
        <p:txBody>
          <a:bodyPr/>
          <a:lstStyle/>
          <a:p>
            <a:r>
              <a:rPr lang="en-GB" dirty="0"/>
              <a:t>Use frameworks/ dimensions to organise your work.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B281353-D448-7A24-8D50-3EB7B435E0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 descr="How to Organize Your Closet in 25 Easy Ways">
            <a:extLst>
              <a:ext uri="{FF2B5EF4-FFF2-40B4-BE49-F238E27FC236}">
                <a16:creationId xmlns:a16="http://schemas.microsoft.com/office/drawing/2014/main" id="{EFD9C45E-32D1-A6B7-60B0-7EFC5D55A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530" y="958361"/>
            <a:ext cx="7963095" cy="494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CE95-D41F-E56D-F969-31360803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Suggested report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89B8A-0432-31A8-B055-36A1D43381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In Session 6 Assessment Clinic tile </a:t>
            </a:r>
            <a:r>
              <a:rPr lang="en-GB"/>
              <a:t>in Moodle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340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E10865-DE6F-F72F-E0EC-780355EA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40" y="357188"/>
            <a:ext cx="9079968" cy="756718"/>
          </a:xfrm>
        </p:spPr>
        <p:txBody>
          <a:bodyPr anchor="t">
            <a:normAutofit/>
          </a:bodyPr>
          <a:lstStyle/>
          <a:p>
            <a:r>
              <a:rPr lang="en-GB" sz="4800"/>
              <a:t>Theories/Dimensions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FCD49690-D310-0697-E772-8A7BBF5D1E48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785213304"/>
              </p:ext>
            </p:extLst>
          </p:nvPr>
        </p:nvGraphicFramePr>
        <p:xfrm>
          <a:off x="1255276" y="1645920"/>
          <a:ext cx="9667649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2811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7104-9325-3597-5A2E-705D22FF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Resources for cultural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8B06-F8DB-1DC4-DB8C-997CAC49D20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https://www.theculturefactor.com/country-comparison-tool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Google ‘Erin Meyer culture map’ + the culture you are researching and look at the images. You will find…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E09F1-C2C7-62CB-B007-D1F355C52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452" y="3514659"/>
            <a:ext cx="4769095" cy="25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8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4FFD-E500-5282-1E51-1728A440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40" y="357188"/>
            <a:ext cx="9079968" cy="1208722"/>
          </a:xfrm>
        </p:spPr>
        <p:txBody>
          <a:bodyPr/>
          <a:lstStyle/>
          <a:p>
            <a:r>
              <a:rPr lang="en-US" sz="2400" b="1" dirty="0">
                <a:latin typeface="+mn-lt"/>
              </a:rPr>
              <a:t>1. What issues might individual group members experience whilst working on this project? Consider communication and trust.</a:t>
            </a:r>
            <a:br>
              <a:rPr lang="en-US" sz="2400" b="1" i="0" dirty="0">
                <a:solidFill>
                  <a:srgbClr val="1D2125"/>
                </a:solidFill>
                <a:effectLst/>
                <a:latin typeface="+mn-lt"/>
              </a:rPr>
            </a:br>
            <a:endParaRPr lang="en-GB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764F1-0772-097E-0D97-1500B8813F2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Review sessions 1-5 and you will have enough knowledge to answer this question.</a:t>
            </a:r>
          </a:p>
        </p:txBody>
      </p:sp>
    </p:spTree>
    <p:extLst>
      <p:ext uri="{BB962C8B-B14F-4D97-AF65-F5344CB8AC3E}">
        <p14:creationId xmlns:p14="http://schemas.microsoft.com/office/powerpoint/2010/main" val="1920287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3EDD-6A11-BA07-5B51-B0D08054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40" y="357188"/>
            <a:ext cx="9079968" cy="1288732"/>
          </a:xfrm>
        </p:spPr>
        <p:txBody>
          <a:bodyPr/>
          <a:lstStyle/>
          <a:p>
            <a:r>
              <a:rPr lang="en-US" sz="2400" b="1" dirty="0">
                <a:latin typeface="+mn-lt"/>
              </a:rPr>
              <a:t>2. How best to lead the team? What issues might the team experience? How should decisions be made and what style of leadership should they use?</a:t>
            </a:r>
            <a:br>
              <a:rPr lang="en-US" sz="2400" b="0" i="0" dirty="0">
                <a:solidFill>
                  <a:srgbClr val="1D2125"/>
                </a:solidFill>
                <a:effectLst/>
                <a:latin typeface="+mn-lt"/>
              </a:rPr>
            </a:br>
            <a:endParaRPr lang="en-GB" sz="2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553CA-FE99-39DF-B3F6-48391979CC4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By the end of Session 7 (tomorrow) on Multicultural Teams you will have covered enough theory in previous weeks to answer this part of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34587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383FC-2DD7-A782-9799-110923F0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40" y="357188"/>
            <a:ext cx="9079968" cy="1025842"/>
          </a:xfrm>
        </p:spPr>
        <p:txBody>
          <a:bodyPr/>
          <a:lstStyle/>
          <a:p>
            <a:r>
              <a:rPr lang="en-US" sz="2400" b="1" i="0" dirty="0">
                <a:solidFill>
                  <a:srgbClr val="1D2125"/>
                </a:solidFill>
                <a:effectLst/>
                <a:latin typeface="+mj-lt"/>
              </a:rPr>
              <a:t>3.Who would be best to lead the negotiations with the </a:t>
            </a:r>
            <a:r>
              <a:rPr lang="en-US" sz="2400" b="1" dirty="0">
                <a:solidFill>
                  <a:srgbClr val="1D2125"/>
                </a:solidFill>
                <a:latin typeface="+mj-lt"/>
              </a:rPr>
              <a:t>Vietnamese</a:t>
            </a:r>
            <a:r>
              <a:rPr lang="en-US" sz="2400" b="1" i="0" dirty="0">
                <a:solidFill>
                  <a:srgbClr val="1D2125"/>
                </a:solidFill>
                <a:effectLst/>
                <a:latin typeface="+mj-lt"/>
              </a:rPr>
              <a:t> company?</a:t>
            </a:r>
            <a:br>
              <a:rPr lang="en-US" sz="2400" b="0" i="0" dirty="0">
                <a:solidFill>
                  <a:srgbClr val="1D2125"/>
                </a:solidFill>
                <a:effectLst/>
                <a:latin typeface="+mj-lt"/>
              </a:rPr>
            </a:b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D17A-B26A-A900-C15A-62438890CB0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Session 8- Negotiation + other weeks too.</a:t>
            </a:r>
          </a:p>
        </p:txBody>
      </p:sp>
    </p:spTree>
    <p:extLst>
      <p:ext uri="{BB962C8B-B14F-4D97-AF65-F5344CB8AC3E}">
        <p14:creationId xmlns:p14="http://schemas.microsoft.com/office/powerpoint/2010/main" val="2980431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9A6C-B8EC-4137-9A27-97E47232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87" y="206758"/>
            <a:ext cx="10652113" cy="72000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ERIN MEYER CULTURAL MAP PLOT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0769-4761-47E0-9C2B-E230A7614E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87" y="744583"/>
            <a:ext cx="10652114" cy="5186659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B4A64-58F7-47A4-A845-117DBD6C6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" y="812231"/>
            <a:ext cx="10351097" cy="529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B8A7C-35B2-4F27-B1AB-F5F2AE18812D}"/>
              </a:ext>
            </a:extLst>
          </p:cNvPr>
          <p:cNvSpPr txBox="1"/>
          <p:nvPr/>
        </p:nvSpPr>
        <p:spPr>
          <a:xfrm>
            <a:off x="11401851" y="1039146"/>
            <a:ext cx="535724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EE888-0B29-4B51-89C0-FC328B5C0E41}"/>
              </a:ext>
            </a:extLst>
          </p:cNvPr>
          <p:cNvSpPr txBox="1"/>
          <p:nvPr/>
        </p:nvSpPr>
        <p:spPr>
          <a:xfrm>
            <a:off x="11311272" y="1883438"/>
            <a:ext cx="755336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Meyer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8C0C9-2842-4B9C-8C3B-A7FD31DF1631}"/>
              </a:ext>
            </a:extLst>
          </p:cNvPr>
          <p:cNvSpPr txBox="1"/>
          <p:nvPr/>
        </p:nvSpPr>
        <p:spPr>
          <a:xfrm>
            <a:off x="11174400" y="2386098"/>
            <a:ext cx="1029449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Hofstede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House 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(GLOBE)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FD0F8-10BC-496A-B168-D7C07F37AC52}"/>
              </a:ext>
            </a:extLst>
          </p:cNvPr>
          <p:cNvSpPr txBox="1"/>
          <p:nvPr/>
        </p:nvSpPr>
        <p:spPr>
          <a:xfrm>
            <a:off x="11292045" y="3193257"/>
            <a:ext cx="755336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Meyer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1EEBB-D744-4675-8DA6-E3B86FD1ADAE}"/>
              </a:ext>
            </a:extLst>
          </p:cNvPr>
          <p:cNvSpPr txBox="1"/>
          <p:nvPr/>
        </p:nvSpPr>
        <p:spPr>
          <a:xfrm>
            <a:off x="11235940" y="3632088"/>
            <a:ext cx="867545" cy="486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Chua &amp;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Morris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668D2-D1AB-4264-963A-81F6DC0FAE7E}"/>
              </a:ext>
            </a:extLst>
          </p:cNvPr>
          <p:cNvSpPr txBox="1"/>
          <p:nvPr/>
        </p:nvSpPr>
        <p:spPr>
          <a:xfrm>
            <a:off x="11292044" y="4421567"/>
            <a:ext cx="755336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Meyer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C4EE0-1753-4210-A298-580F64BB1FFB}"/>
              </a:ext>
            </a:extLst>
          </p:cNvPr>
          <p:cNvSpPr txBox="1"/>
          <p:nvPr/>
        </p:nvSpPr>
        <p:spPr>
          <a:xfrm>
            <a:off x="11311272" y="5116054"/>
            <a:ext cx="535724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67279-0B06-47F6-9EAC-CDEC686DAF3F}"/>
              </a:ext>
            </a:extLst>
          </p:cNvPr>
          <p:cNvSpPr txBox="1"/>
          <p:nvPr/>
        </p:nvSpPr>
        <p:spPr>
          <a:xfrm>
            <a:off x="11224719" y="5559225"/>
            <a:ext cx="822661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GB" sz="16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Nisbett</a:t>
            </a:r>
            <a:endParaRPr lang="en-GB" sz="16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10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1DBC18-621A-1C12-63F7-9C8AED18F5A6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tretch/>
        </p:blipFill>
        <p:spPr>
          <a:xfrm>
            <a:off x="120650" y="306881"/>
            <a:ext cx="11950700" cy="62442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221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AA4B38-41D0-DD7F-A31E-0761D5EA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 fully submit!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96F6C8-F7E9-DADE-62D7-F48E4FE3A48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286000" y="1290998"/>
            <a:ext cx="8151994" cy="51660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94630C-4BA7-C19C-4DF1-72BBEEE0AC12}"/>
                  </a:ext>
                </a:extLst>
              </p14:cNvPr>
              <p14:cNvContentPartPr/>
              <p14:nvPr/>
            </p14:nvContentPartPr>
            <p14:xfrm>
              <a:off x="5026174" y="5971565"/>
              <a:ext cx="1135800" cy="157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94630C-4BA7-C19C-4DF1-72BBEEE0AC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7174" y="5962565"/>
                <a:ext cx="11534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8598FF-DE72-76B8-7BAB-1AFE066B7A44}"/>
                  </a:ext>
                </a:extLst>
              </p14:cNvPr>
              <p14:cNvContentPartPr/>
              <p14:nvPr/>
            </p14:nvContentPartPr>
            <p14:xfrm>
              <a:off x="5233534" y="5983445"/>
              <a:ext cx="270720" cy="92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8598FF-DE72-76B8-7BAB-1AFE066B7A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4534" y="5974445"/>
                <a:ext cx="2883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23C59C-4C08-BFB0-B56F-07D7042FC721}"/>
                  </a:ext>
                </a:extLst>
              </p14:cNvPr>
              <p14:cNvContentPartPr/>
              <p14:nvPr/>
            </p14:nvContentPartPr>
            <p14:xfrm>
              <a:off x="4934734" y="6049325"/>
              <a:ext cx="956520" cy="96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23C59C-4C08-BFB0-B56F-07D7042FC7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25734" y="6040325"/>
                <a:ext cx="974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3C240A1-3A24-9BAC-B9D5-5D3EEA2E2D0C}"/>
                  </a:ext>
                </a:extLst>
              </p14:cNvPr>
              <p14:cNvContentPartPr/>
              <p14:nvPr/>
            </p14:nvContentPartPr>
            <p14:xfrm>
              <a:off x="5279614" y="6020885"/>
              <a:ext cx="874800" cy="71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3C240A1-3A24-9BAC-B9D5-5D3EEA2E2D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70974" y="6011885"/>
                <a:ext cx="8924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3D2263-ECA3-1A4A-2EF1-3D6E2B8AC962}"/>
                  </a:ext>
                </a:extLst>
              </p14:cNvPr>
              <p14:cNvContentPartPr/>
              <p14:nvPr/>
            </p14:nvContentPartPr>
            <p14:xfrm>
              <a:off x="777814" y="510342"/>
              <a:ext cx="360" cy="5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3D2263-ECA3-1A4A-2EF1-3D6E2B8AC9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9174" y="501702"/>
                <a:ext cx="180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6524205-D844-B9D4-D7CC-8A536BCABA0E}"/>
                  </a:ext>
                </a:extLst>
              </p14:cNvPr>
              <p14:cNvContentPartPr/>
              <p14:nvPr/>
            </p14:nvContentPartPr>
            <p14:xfrm>
              <a:off x="5078014" y="5953925"/>
              <a:ext cx="953640" cy="231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6524205-D844-B9D4-D7CC-8A536BCABA0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15014" y="5891285"/>
                <a:ext cx="107928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115D04C-285C-6690-361E-542BC11C0A09}"/>
              </a:ext>
            </a:extLst>
          </p:cNvPr>
          <p:cNvGrpSpPr/>
          <p:nvPr/>
        </p:nvGrpSpPr>
        <p:grpSpPr>
          <a:xfrm>
            <a:off x="5038054" y="5982365"/>
            <a:ext cx="1041840" cy="163440"/>
            <a:chOff x="5038054" y="5982365"/>
            <a:chExt cx="104184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DE8E3F-8FE8-ADB3-612E-D9FFCF54709B}"/>
                    </a:ext>
                  </a:extLst>
                </p14:cNvPr>
                <p14:cNvContentPartPr/>
                <p14:nvPr/>
              </p14:nvContentPartPr>
              <p14:xfrm>
                <a:off x="6050014" y="5982365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0DE8E3F-8FE8-ADB3-612E-D9FFCF5470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87374" y="591936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8DEDBD-2FF9-3B16-774F-96D33EE3AFCE}"/>
                    </a:ext>
                  </a:extLst>
                </p14:cNvPr>
                <p14:cNvContentPartPr/>
                <p14:nvPr/>
              </p14:nvContentPartPr>
              <p14:xfrm>
                <a:off x="5546374" y="5992085"/>
                <a:ext cx="533520" cy="15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8DEDBD-2FF9-3B16-774F-96D33EE3AFC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83374" y="5929445"/>
                  <a:ext cx="659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9B96C8-778E-F58D-3043-BAA4A9F0E65F}"/>
                    </a:ext>
                  </a:extLst>
                </p14:cNvPr>
                <p14:cNvContentPartPr/>
                <p14:nvPr/>
              </p14:nvContentPartPr>
              <p14:xfrm>
                <a:off x="5038054" y="6040325"/>
                <a:ext cx="808560" cy="5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9B96C8-778E-F58D-3043-BAA4A9F0E65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75054" y="5977685"/>
                  <a:ext cx="934200" cy="18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5655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1BF28D-D001-42C6-F9BC-1CA34E60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44" y="642887"/>
            <a:ext cx="5293159" cy="625843"/>
          </a:xfrm>
        </p:spPr>
        <p:txBody>
          <a:bodyPr anchor="t">
            <a:normAutofit/>
          </a:bodyPr>
          <a:lstStyle/>
          <a:p>
            <a:r>
              <a:rPr lang="en-GB" sz="3700"/>
              <a:t>task</a:t>
            </a:r>
          </a:p>
        </p:txBody>
      </p:sp>
      <p:pic>
        <p:nvPicPr>
          <p:cNvPr id="6" name="Picture 5" descr="A qr code with a paper crane&#10;&#10;AI-generated content may be incorrect.">
            <a:extLst>
              <a:ext uri="{FF2B5EF4-FFF2-40B4-BE49-F238E27FC236}">
                <a16:creationId xmlns:a16="http://schemas.microsoft.com/office/drawing/2014/main" id="{065AD118-09D2-5D06-FD01-ACF0AB6E9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44" y="685800"/>
            <a:ext cx="5529312" cy="5529312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DF90B0-F942-3FED-A1E6-45D3511BCC8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1841" y="1595119"/>
            <a:ext cx="5293159" cy="4655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Looking at the examples provided, what grade would you award…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https://padlet.com/uniofglos/what-grades-would-you-award-wam4uf66ywnxty2b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705B1D5-A933-CD6B-BCCC-6E8A5F8C3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621" y="-76944"/>
            <a:ext cx="190758" cy="153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Inter var"/>
              </a:rPr>
              <a:t>Pin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257015"/>
      </p:ext>
    </p:extLst>
  </p:cSld>
  <p:clrMapOvr>
    <a:masterClrMapping/>
  </p:clrMapOvr>
</p:sld>
</file>

<file path=ppt/theme/theme1.xml><?xml version="1.0" encoding="utf-8"?>
<a:theme xmlns:a="http://schemas.openxmlformats.org/drawingml/2006/main" name="Logo 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BrandPPT_Brand_Hub_Aug23-2.pptx" id="{5A64BFEF-3383-4819-835E-FC6F5BF8844B}" vid="{005723EE-4C2B-44B1-B8FC-5DDD8BBB57DB}"/>
    </a:ext>
  </a:extLst>
</a:theme>
</file>

<file path=ppt/theme/theme2.xml><?xml version="1.0" encoding="utf-8"?>
<a:theme xmlns:a="http://schemas.openxmlformats.org/drawingml/2006/main" name="Title + Text / 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BrandPPT_Brand_Hub_Aug23-2.pptx" id="{5A64BFEF-3383-4819-835E-FC6F5BF8844B}" vid="{8A6F06F3-3F27-4943-9316-D5AFBB8184C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319619-2aa1-4920-b0c9-e0628ec94f45">
      <Terms xmlns="http://schemas.microsoft.com/office/infopath/2007/PartnerControls"/>
    </lcf76f155ced4ddcb4097134ff3c332f>
    <TaxCatchAll xmlns="9296bcf7-f7b2-4004-b6a3-d27e747f2bab" xsi:nil="true"/>
    <PublishingExpirationDate xmlns="http://schemas.microsoft.com/sharepoint/v3" xsi:nil="true"/>
    <PublishingStartDate xmlns="http://schemas.microsoft.com/sharepoint/v3" xsi:nil="true"/>
    <_dlc_DocId xmlns="9296bcf7-f7b2-4004-b6a3-d27e747f2bab">TAFXHH6S76DC-377918173-107</_dlc_DocId>
    <_dlc_DocIdUrl xmlns="9296bcf7-f7b2-4004-b6a3-d27e747f2bab">
      <Url>https://connectglosac.sharepoint.com/sites/staffnet/cmsr/_layouts/15/DocIdRedir.aspx?ID=TAFXHH6S76DC-377918173-107</Url>
      <Description>TAFXHH6S76DC-377918173-107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915EFE99108843B62A22FDFBEA389A" ma:contentTypeVersion="13" ma:contentTypeDescription="Create a new document." ma:contentTypeScope="" ma:versionID="dc1b3f490bf7b1503b262144091d3906">
  <xsd:schema xmlns:xsd="http://www.w3.org/2001/XMLSchema" xmlns:xs="http://www.w3.org/2001/XMLSchema" xmlns:p="http://schemas.microsoft.com/office/2006/metadata/properties" xmlns:ns1="http://schemas.microsoft.com/sharepoint/v3" xmlns:ns2="9296bcf7-f7b2-4004-b6a3-d27e747f2bab" xmlns:ns3="32319619-2aa1-4920-b0c9-e0628ec94f45" xmlns:ns4="88844f9e-9b18-47bf-9b8b-959248243ec6" targetNamespace="http://schemas.microsoft.com/office/2006/metadata/properties" ma:root="true" ma:fieldsID="d8c02c026787a77aa3bb2523cc622500" ns1:_="" ns2:_="" ns3:_="" ns4:_="">
    <xsd:import namespace="http://schemas.microsoft.com/sharepoint/v3"/>
    <xsd:import namespace="9296bcf7-f7b2-4004-b6a3-d27e747f2bab"/>
    <xsd:import namespace="32319619-2aa1-4920-b0c9-e0628ec94f45"/>
    <xsd:import namespace="88844f9e-9b18-47bf-9b8b-959248243ec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96bcf7-f7b2-4004-b6a3-d27e747f2ba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4" nillable="true" ma:displayName="Taxonomy Catch All Column" ma:hidden="true" ma:list="{ac9252a4-f71c-4d26-b614-14265013b1b1}" ma:internalName="TaxCatchAll" ma:showField="CatchAllData" ma:web="9296bcf7-f7b2-4004-b6a3-d27e747f2b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19619-2aa1-4920-b0c9-e0628ec94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6c6c170-7366-48ed-88e6-2840e02129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44f9e-9b18-47bf-9b8b-959248243ec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D0A6366-8B3A-427D-8B2B-B54AD2C58A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3E0513-1EB6-44C4-AED3-E329FEC1642A}">
  <ds:schemaRefs>
    <ds:schemaRef ds:uri="http://schemas.microsoft.com/office/infopath/2007/PartnerControls"/>
    <ds:schemaRef ds:uri="http://www.w3.org/XML/1998/namespace"/>
    <ds:schemaRef ds:uri="http://purl.org/dc/terms/"/>
    <ds:schemaRef ds:uri="32319619-2aa1-4920-b0c9-e0628ec94f45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9296bcf7-f7b2-4004-b6a3-d27e747f2bab"/>
    <ds:schemaRef ds:uri="88844f9e-9b18-47bf-9b8b-959248243ec6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1B226DE-CC3F-40E6-BF42-3B8E3FB4D3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296bcf7-f7b2-4004-b6a3-d27e747f2bab"/>
    <ds:schemaRef ds:uri="32319619-2aa1-4920-b0c9-e0628ec94f45"/>
    <ds:schemaRef ds:uri="88844f9e-9b18-47bf-9b8b-959248243e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C07AA6A-5797-42C5-AC48-66BBE87C6C2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5382</TotalTime>
  <Words>455</Words>
  <Application>Microsoft Office PowerPoint</Application>
  <PresentationFormat>Widescreen</PresentationFormat>
  <Paragraphs>71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Helvetica</vt:lpstr>
      <vt:lpstr>Impact</vt:lpstr>
      <vt:lpstr>Inter var</vt:lpstr>
      <vt:lpstr>System Font Regular</vt:lpstr>
      <vt:lpstr>Wingdings</vt:lpstr>
      <vt:lpstr>Logo Intro</vt:lpstr>
      <vt:lpstr>Title + Text / Image</vt:lpstr>
      <vt:lpstr>BM7703  Assessment Support  session 6  Sara Hooke</vt:lpstr>
      <vt:lpstr>Assessment Padlet</vt:lpstr>
      <vt:lpstr>COuntry cultures of team members</vt:lpstr>
      <vt:lpstr>Assessment Brief</vt:lpstr>
      <vt:lpstr>A note on Referencing</vt:lpstr>
      <vt:lpstr>Avoid this!!!</vt:lpstr>
      <vt:lpstr>PowerPoint Presentation</vt:lpstr>
      <vt:lpstr>Use frameworks/ dimensions to organise your work.</vt:lpstr>
      <vt:lpstr>Suggested report layout</vt:lpstr>
      <vt:lpstr>Theories/Dimensions</vt:lpstr>
      <vt:lpstr>Resources for cultural dimensions</vt:lpstr>
      <vt:lpstr>1. What issues might individual group members experience whilst working on this project? Consider communication and trust. </vt:lpstr>
      <vt:lpstr>2. How best to lead the team? What issues might the team experience? How should decisions be made and what style of leadership should they use? </vt:lpstr>
      <vt:lpstr>3.Who would be best to lead the negotiations with the Vietnamese company? </vt:lpstr>
      <vt:lpstr>ERIN MEYER CULTURAL MAP PLOT</vt:lpstr>
      <vt:lpstr>PowerPoint Presentation</vt:lpstr>
      <vt:lpstr>Make sure you fully submit!</vt:lpstr>
      <vt:lpstr>task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HOOKE, Sara</dc:creator>
  <cp:keywords/>
  <dc:description/>
  <cp:lastModifiedBy>HOOKE, Sara</cp:lastModifiedBy>
  <cp:revision>4</cp:revision>
  <dcterms:created xsi:type="dcterms:W3CDTF">2024-11-18T21:36:54Z</dcterms:created>
  <dcterms:modified xsi:type="dcterms:W3CDTF">2025-10-20T20:01:16Z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0x010100B8915EFE99108843B62A22FDFBEA389A</vt:lpwstr>
  </property>
  <property fmtid="{D5CDD505-2E9C-101B-9397-08002B2CF9AE}" pid="3" name="_dlc_DocIdItemGuid">
    <vt:lpwstr>cd877a4e-75b8-4a6f-9e47-7030893b0ba4</vt:lpwstr>
  </property>
  <property fmtid="{D5CDD505-2E9C-101B-9397-08002B2CF9AE}" pid="4" name="MediaServiceImageTags">
    <vt:lpwstr/>
  </property>
</Properties>
</file>
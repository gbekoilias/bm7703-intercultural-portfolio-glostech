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4.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5"/>
    <p:sldMasterId id="2147483770" r:id="rId6"/>
    <p:sldMasterId id="2147483747" r:id="rId7"/>
    <p:sldMasterId id="2147483964" r:id="rId8"/>
    <p:sldMasterId id="2147483972" r:id="rId9"/>
  </p:sldMasterIdLst>
  <p:notesMasterIdLst>
    <p:notesMasterId r:id="rId72"/>
  </p:notesMasterIdLst>
  <p:handoutMasterIdLst>
    <p:handoutMasterId r:id="rId73"/>
  </p:handoutMasterIdLst>
  <p:sldIdLst>
    <p:sldId id="420" r:id="rId10"/>
    <p:sldId id="419" r:id="rId11"/>
    <p:sldId id="421" r:id="rId12"/>
    <p:sldId id="422" r:id="rId13"/>
    <p:sldId id="564" r:id="rId14"/>
    <p:sldId id="423" r:id="rId15"/>
    <p:sldId id="520" r:id="rId16"/>
    <p:sldId id="521" r:id="rId17"/>
    <p:sldId id="522" r:id="rId18"/>
    <p:sldId id="530" r:id="rId19"/>
    <p:sldId id="523" r:id="rId20"/>
    <p:sldId id="531" r:id="rId21"/>
    <p:sldId id="514" r:id="rId22"/>
    <p:sldId id="517" r:id="rId23"/>
    <p:sldId id="518" r:id="rId24"/>
    <p:sldId id="567" r:id="rId25"/>
    <p:sldId id="526" r:id="rId26"/>
    <p:sldId id="525" r:id="rId27"/>
    <p:sldId id="527" r:id="rId28"/>
    <p:sldId id="528" r:id="rId29"/>
    <p:sldId id="529" r:id="rId30"/>
    <p:sldId id="515" r:id="rId31"/>
    <p:sldId id="519" r:id="rId32"/>
    <p:sldId id="537" r:id="rId33"/>
    <p:sldId id="538" r:id="rId34"/>
    <p:sldId id="539" r:id="rId35"/>
    <p:sldId id="540" r:id="rId36"/>
    <p:sldId id="524" r:id="rId37"/>
    <p:sldId id="541" r:id="rId38"/>
    <p:sldId id="542" r:id="rId39"/>
    <p:sldId id="543" r:id="rId40"/>
    <p:sldId id="544" r:id="rId41"/>
    <p:sldId id="545" r:id="rId42"/>
    <p:sldId id="546" r:id="rId43"/>
    <p:sldId id="547" r:id="rId44"/>
    <p:sldId id="516" r:id="rId45"/>
    <p:sldId id="548" r:id="rId46"/>
    <p:sldId id="549" r:id="rId47"/>
    <p:sldId id="550" r:id="rId48"/>
    <p:sldId id="551" r:id="rId49"/>
    <p:sldId id="552" r:id="rId50"/>
    <p:sldId id="553" r:id="rId51"/>
    <p:sldId id="554" r:id="rId52"/>
    <p:sldId id="532" r:id="rId53"/>
    <p:sldId id="555" r:id="rId54"/>
    <p:sldId id="534" r:id="rId55"/>
    <p:sldId id="556" r:id="rId56"/>
    <p:sldId id="563" r:id="rId57"/>
    <p:sldId id="557" r:id="rId58"/>
    <p:sldId id="568" r:id="rId59"/>
    <p:sldId id="509" r:id="rId60"/>
    <p:sldId id="566" r:id="rId61"/>
    <p:sldId id="565" r:id="rId62"/>
    <p:sldId id="572" r:id="rId63"/>
    <p:sldId id="570" r:id="rId64"/>
    <p:sldId id="571" r:id="rId65"/>
    <p:sldId id="569" r:id="rId66"/>
    <p:sldId id="558" r:id="rId67"/>
    <p:sldId id="559" r:id="rId68"/>
    <p:sldId id="560" r:id="rId69"/>
    <p:sldId id="561" r:id="rId70"/>
    <p:sldId id="562" r:id="rId71"/>
  </p:sldIdLst>
  <p:sldSz cx="12192000" cy="6858000"/>
  <p:notesSz cx="6799263"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A691"/>
    <a:srgbClr val="FF3B58"/>
    <a:srgbClr val="F088B6"/>
    <a:srgbClr val="FAA719"/>
    <a:srgbClr val="3E77C0"/>
    <a:srgbClr val="353637"/>
    <a:srgbClr val="F5F5F5"/>
    <a:srgbClr val="EC5A29"/>
    <a:srgbClr val="FDC627"/>
    <a:srgbClr val="E67A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44A32D-7DAE-4046-8671-2AEE7D44C353}" v="36" dt="2024-10-09T08:55:04.4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62678" autoAdjust="0"/>
  </p:normalViewPr>
  <p:slideViewPr>
    <p:cSldViewPr snapToGrid="0" snapToObjects="1" showGuides="1">
      <p:cViewPr varScale="1">
        <p:scale>
          <a:sx n="69" d="100"/>
          <a:sy n="69" d="100"/>
        </p:scale>
        <p:origin x="2004" y="6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16" Type="http://schemas.openxmlformats.org/officeDocument/2006/relationships/slide" Target="slides/slide7.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66" Type="http://schemas.openxmlformats.org/officeDocument/2006/relationships/slide" Target="slides/slide57.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Master" Target="slideMasters/slideMaster1.xml"/><Relationship Id="rId61" Type="http://schemas.openxmlformats.org/officeDocument/2006/relationships/slide" Target="slides/slide52.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slide" Target="slides/slide60.xml"/><Relationship Id="rId77" Type="http://schemas.openxmlformats.org/officeDocument/2006/relationships/tableStyles" Target="tableStyles.xml"/><Relationship Id="rId8" Type="http://schemas.openxmlformats.org/officeDocument/2006/relationships/slideMaster" Target="slideMasters/slideMaster4.xml"/><Relationship Id="rId51" Type="http://schemas.openxmlformats.org/officeDocument/2006/relationships/slide" Target="slides/slide42.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handoutMaster" Target="handoutMasters/handoutMaster1.xml"/><Relationship Id="rId78"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theme" Target="theme/theme1.xml"/><Relationship Id="rId7" Type="http://schemas.openxmlformats.org/officeDocument/2006/relationships/slideMaster" Target="slideMasters/slideMaster3.xml"/><Relationship Id="rId71" Type="http://schemas.openxmlformats.org/officeDocument/2006/relationships/slide" Target="slides/slide62.xml"/><Relationship Id="rId2" Type="http://schemas.openxmlformats.org/officeDocument/2006/relationships/customXml" Target="../customXml/item2.xml"/><Relationship Id="rId29" Type="http://schemas.openxmlformats.org/officeDocument/2006/relationships/slide" Target="slides/slide2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OKE, Sara" userId="ae1720bc-5ac2-4085-af12-5e9690b9675b" providerId="ADAL" clId="{E544A32D-7DAE-4046-8671-2AEE7D44C353}"/>
    <pc:docChg chg="undo custSel addSld delSld modSld sldOrd delMainMaster">
      <pc:chgData name="HOOKE, Sara" userId="ae1720bc-5ac2-4085-af12-5e9690b9675b" providerId="ADAL" clId="{E544A32D-7DAE-4046-8671-2AEE7D44C353}" dt="2024-10-09T09:49:51.341" v="2808" actId="729"/>
      <pc:docMkLst>
        <pc:docMk/>
      </pc:docMkLst>
      <pc:sldChg chg="modSp mod">
        <pc:chgData name="HOOKE, Sara" userId="ae1720bc-5ac2-4085-af12-5e9690b9675b" providerId="ADAL" clId="{E544A32D-7DAE-4046-8671-2AEE7D44C353}" dt="2024-10-06T15:37:43.471" v="171" actId="20577"/>
        <pc:sldMkLst>
          <pc:docMk/>
          <pc:sldMk cId="602940537" sldId="419"/>
        </pc:sldMkLst>
        <pc:spChg chg="mod">
          <ac:chgData name="HOOKE, Sara" userId="ae1720bc-5ac2-4085-af12-5e9690b9675b" providerId="ADAL" clId="{E544A32D-7DAE-4046-8671-2AEE7D44C353}" dt="2024-10-06T15:37:23.227" v="135"/>
          <ac:spMkLst>
            <pc:docMk/>
            <pc:sldMk cId="602940537" sldId="419"/>
            <ac:spMk id="4" creationId="{3B358782-E662-3B82-38DC-73F687F2C198}"/>
          </ac:spMkLst>
        </pc:spChg>
        <pc:spChg chg="mod">
          <ac:chgData name="HOOKE, Sara" userId="ae1720bc-5ac2-4085-af12-5e9690b9675b" providerId="ADAL" clId="{E544A32D-7DAE-4046-8671-2AEE7D44C353}" dt="2024-10-06T15:37:43.471" v="171" actId="20577"/>
          <ac:spMkLst>
            <pc:docMk/>
            <pc:sldMk cId="602940537" sldId="419"/>
            <ac:spMk id="5" creationId="{75F2C4A6-2039-910C-0595-84D1F4E18644}"/>
          </ac:spMkLst>
        </pc:spChg>
      </pc:sldChg>
      <pc:sldChg chg="modSp mod">
        <pc:chgData name="HOOKE, Sara" userId="ae1720bc-5ac2-4085-af12-5e9690b9675b" providerId="ADAL" clId="{E544A32D-7DAE-4046-8671-2AEE7D44C353}" dt="2024-10-06T15:36:30.282" v="131" actId="14100"/>
        <pc:sldMkLst>
          <pc:docMk/>
          <pc:sldMk cId="545442044" sldId="420"/>
        </pc:sldMkLst>
        <pc:spChg chg="mod">
          <ac:chgData name="HOOKE, Sara" userId="ae1720bc-5ac2-4085-af12-5e9690b9675b" providerId="ADAL" clId="{E544A32D-7DAE-4046-8671-2AEE7D44C353}" dt="2024-10-06T15:36:30.282" v="131" actId="14100"/>
          <ac:spMkLst>
            <pc:docMk/>
            <pc:sldMk cId="545442044" sldId="420"/>
            <ac:spMk id="2" creationId="{CF9FA868-CE15-6040-6AAC-B13D8F853C3F}"/>
          </ac:spMkLst>
        </pc:spChg>
      </pc:sldChg>
      <pc:sldChg chg="modSp mod">
        <pc:chgData name="HOOKE, Sara" userId="ae1720bc-5ac2-4085-af12-5e9690b9675b" providerId="ADAL" clId="{E544A32D-7DAE-4046-8671-2AEE7D44C353}" dt="2024-10-06T15:45:11.615" v="387" actId="20577"/>
        <pc:sldMkLst>
          <pc:docMk/>
          <pc:sldMk cId="1009752416" sldId="421"/>
        </pc:sldMkLst>
        <pc:spChg chg="mod">
          <ac:chgData name="HOOKE, Sara" userId="ae1720bc-5ac2-4085-af12-5e9690b9675b" providerId="ADAL" clId="{E544A32D-7DAE-4046-8671-2AEE7D44C353}" dt="2024-10-06T15:45:11.615" v="387" actId="20577"/>
          <ac:spMkLst>
            <pc:docMk/>
            <pc:sldMk cId="1009752416" sldId="421"/>
            <ac:spMk id="3" creationId="{3ED024B8-30C4-BEDF-7CB0-4DD668CA8EE9}"/>
          </ac:spMkLst>
        </pc:spChg>
      </pc:sldChg>
      <pc:sldChg chg="modSp mod">
        <pc:chgData name="HOOKE, Sara" userId="ae1720bc-5ac2-4085-af12-5e9690b9675b" providerId="ADAL" clId="{E544A32D-7DAE-4046-8671-2AEE7D44C353}" dt="2024-10-06T15:46:46.311" v="457" actId="20577"/>
        <pc:sldMkLst>
          <pc:docMk/>
          <pc:sldMk cId="75770023" sldId="422"/>
        </pc:sldMkLst>
        <pc:spChg chg="mod">
          <ac:chgData name="HOOKE, Sara" userId="ae1720bc-5ac2-4085-af12-5e9690b9675b" providerId="ADAL" clId="{E544A32D-7DAE-4046-8671-2AEE7D44C353}" dt="2024-10-06T15:46:46.311" v="457" actId="20577"/>
          <ac:spMkLst>
            <pc:docMk/>
            <pc:sldMk cId="75770023" sldId="422"/>
            <ac:spMk id="3" creationId="{3C357A02-1627-034F-9EE3-81C601BF0631}"/>
          </ac:spMkLst>
        </pc:spChg>
      </pc:sldChg>
      <pc:sldChg chg="modSp mod">
        <pc:chgData name="HOOKE, Sara" userId="ae1720bc-5ac2-4085-af12-5e9690b9675b" providerId="ADAL" clId="{E544A32D-7DAE-4046-8671-2AEE7D44C353}" dt="2024-10-06T15:47:03.317" v="463" actId="20577"/>
        <pc:sldMkLst>
          <pc:docMk/>
          <pc:sldMk cId="910307014" sldId="423"/>
        </pc:sldMkLst>
        <pc:spChg chg="mod">
          <ac:chgData name="HOOKE, Sara" userId="ae1720bc-5ac2-4085-af12-5e9690b9675b" providerId="ADAL" clId="{E544A32D-7DAE-4046-8671-2AEE7D44C353}" dt="2024-10-06T15:47:03.317" v="463" actId="20577"/>
          <ac:spMkLst>
            <pc:docMk/>
            <pc:sldMk cId="910307014" sldId="423"/>
            <ac:spMk id="3" creationId="{D37DB75A-2407-4799-69F6-3F2952042E1E}"/>
          </ac:spMkLst>
        </pc:spChg>
      </pc:sldChg>
      <pc:sldChg chg="delSp modSp add mod setBg delDesignElem">
        <pc:chgData name="HOOKE, Sara" userId="ae1720bc-5ac2-4085-af12-5e9690b9675b" providerId="ADAL" clId="{E544A32D-7DAE-4046-8671-2AEE7D44C353}" dt="2024-10-09T08:55:24.848" v="2797" actId="20577"/>
        <pc:sldMkLst>
          <pc:docMk/>
          <pc:sldMk cId="1286995969" sldId="509"/>
        </pc:sldMkLst>
        <pc:spChg chg="mod">
          <ac:chgData name="HOOKE, Sara" userId="ae1720bc-5ac2-4085-af12-5e9690b9675b" providerId="ADAL" clId="{E544A32D-7DAE-4046-8671-2AEE7D44C353}" dt="2024-10-09T08:55:24.848" v="2797" actId="20577"/>
          <ac:spMkLst>
            <pc:docMk/>
            <pc:sldMk cId="1286995969" sldId="509"/>
            <ac:spMk id="4" creationId="{775B3A15-48E4-F558-A6F4-DD2EC05C5BDE}"/>
          </ac:spMkLst>
        </pc:spChg>
        <pc:spChg chg="del">
          <ac:chgData name="HOOKE, Sara" userId="ae1720bc-5ac2-4085-af12-5e9690b9675b" providerId="ADAL" clId="{E544A32D-7DAE-4046-8671-2AEE7D44C353}" dt="2024-10-09T08:55:04.404" v="2694"/>
          <ac:spMkLst>
            <pc:docMk/>
            <pc:sldMk cId="1286995969" sldId="509"/>
            <ac:spMk id="2055" creationId="{D1D34770-47A8-402C-AF23-2B653F2D88C1}"/>
          </ac:spMkLst>
        </pc:spChg>
      </pc:sldChg>
      <pc:sldChg chg="modNotesTx">
        <pc:chgData name="HOOKE, Sara" userId="ae1720bc-5ac2-4085-af12-5e9690b9675b" providerId="ADAL" clId="{E544A32D-7DAE-4046-8671-2AEE7D44C353}" dt="2024-10-07T11:16:39.969" v="1567" actId="20577"/>
        <pc:sldMkLst>
          <pc:docMk/>
          <pc:sldMk cId="1825825302" sldId="515"/>
        </pc:sldMkLst>
      </pc:sldChg>
      <pc:sldChg chg="modSp mod modNotesTx">
        <pc:chgData name="HOOKE, Sara" userId="ae1720bc-5ac2-4085-af12-5e9690b9675b" providerId="ADAL" clId="{E544A32D-7DAE-4046-8671-2AEE7D44C353}" dt="2024-10-07T09:06:11.603" v="1108" actId="20577"/>
        <pc:sldMkLst>
          <pc:docMk/>
          <pc:sldMk cId="1381011666" sldId="518"/>
        </pc:sldMkLst>
        <pc:spChg chg="mod">
          <ac:chgData name="HOOKE, Sara" userId="ae1720bc-5ac2-4085-af12-5e9690b9675b" providerId="ADAL" clId="{E544A32D-7DAE-4046-8671-2AEE7D44C353}" dt="2024-10-07T09:04:25.467" v="1001" actId="20577"/>
          <ac:spMkLst>
            <pc:docMk/>
            <pc:sldMk cId="1381011666" sldId="518"/>
            <ac:spMk id="3" creationId="{77BDB115-E1FC-AADC-D727-9543452A6A73}"/>
          </ac:spMkLst>
        </pc:spChg>
      </pc:sldChg>
      <pc:sldChg chg="modSp mod modAnim">
        <pc:chgData name="HOOKE, Sara" userId="ae1720bc-5ac2-4085-af12-5e9690b9675b" providerId="ADAL" clId="{E544A32D-7DAE-4046-8671-2AEE7D44C353}" dt="2024-10-06T16:03:24.330" v="797"/>
        <pc:sldMkLst>
          <pc:docMk/>
          <pc:sldMk cId="1098651026" sldId="520"/>
        </pc:sldMkLst>
        <pc:spChg chg="mod">
          <ac:chgData name="HOOKE, Sara" userId="ae1720bc-5ac2-4085-af12-5e9690b9675b" providerId="ADAL" clId="{E544A32D-7DAE-4046-8671-2AEE7D44C353}" dt="2024-10-06T16:03:19.412" v="796" actId="20577"/>
          <ac:spMkLst>
            <pc:docMk/>
            <pc:sldMk cId="1098651026" sldId="520"/>
            <ac:spMk id="3" creationId="{B90C4061-BD6D-C5F5-0B03-B21B8041BE0B}"/>
          </ac:spMkLst>
        </pc:spChg>
      </pc:sldChg>
      <pc:sldChg chg="modSp mod modAnim">
        <pc:chgData name="HOOKE, Sara" userId="ae1720bc-5ac2-4085-af12-5e9690b9675b" providerId="ADAL" clId="{E544A32D-7DAE-4046-8671-2AEE7D44C353}" dt="2024-10-06T16:07:51.256" v="801" actId="14100"/>
        <pc:sldMkLst>
          <pc:docMk/>
          <pc:sldMk cId="2560485288" sldId="522"/>
        </pc:sldMkLst>
        <pc:picChg chg="mod">
          <ac:chgData name="HOOKE, Sara" userId="ae1720bc-5ac2-4085-af12-5e9690b9675b" providerId="ADAL" clId="{E544A32D-7DAE-4046-8671-2AEE7D44C353}" dt="2024-10-06T16:07:51.256" v="801" actId="14100"/>
          <ac:picMkLst>
            <pc:docMk/>
            <pc:sldMk cId="2560485288" sldId="522"/>
            <ac:picMk id="4" creationId="{6A45F671-7E01-81A7-57B2-0AB45050FF2D}"/>
          </ac:picMkLst>
        </pc:picChg>
      </pc:sldChg>
      <pc:sldChg chg="addSp delSp modSp mod">
        <pc:chgData name="HOOKE, Sara" userId="ae1720bc-5ac2-4085-af12-5e9690b9675b" providerId="ADAL" clId="{E544A32D-7DAE-4046-8671-2AEE7D44C353}" dt="2024-10-06T16:15:25.549" v="817" actId="14100"/>
        <pc:sldMkLst>
          <pc:docMk/>
          <pc:sldMk cId="872421357" sldId="523"/>
        </pc:sldMkLst>
        <pc:spChg chg="add del mod">
          <ac:chgData name="HOOKE, Sara" userId="ae1720bc-5ac2-4085-af12-5e9690b9675b" providerId="ADAL" clId="{E544A32D-7DAE-4046-8671-2AEE7D44C353}" dt="2024-10-06T16:15:06.218" v="814" actId="478"/>
          <ac:spMkLst>
            <pc:docMk/>
            <pc:sldMk cId="872421357" sldId="523"/>
            <ac:spMk id="3" creationId="{FFCD482E-2A47-E551-841D-548D5E3DBE21}"/>
          </ac:spMkLst>
        </pc:spChg>
        <pc:spChg chg="mod">
          <ac:chgData name="HOOKE, Sara" userId="ae1720bc-5ac2-4085-af12-5e9690b9675b" providerId="ADAL" clId="{E544A32D-7DAE-4046-8671-2AEE7D44C353}" dt="2024-10-06T16:15:25.549" v="817" actId="14100"/>
          <ac:spMkLst>
            <pc:docMk/>
            <pc:sldMk cId="872421357" sldId="523"/>
            <ac:spMk id="4" creationId="{D33A93D7-576B-A404-5285-FE5AC3B474F0}"/>
          </ac:spMkLst>
        </pc:spChg>
        <pc:spChg chg="mod">
          <ac:chgData name="HOOKE, Sara" userId="ae1720bc-5ac2-4085-af12-5e9690b9675b" providerId="ADAL" clId="{E544A32D-7DAE-4046-8671-2AEE7D44C353}" dt="2024-10-06T16:14:53.795" v="812" actId="1076"/>
          <ac:spMkLst>
            <pc:docMk/>
            <pc:sldMk cId="872421357" sldId="523"/>
            <ac:spMk id="5" creationId="{60D1C797-CD48-640C-AD8B-9F8E42986C54}"/>
          </ac:spMkLst>
        </pc:spChg>
        <pc:spChg chg="mod">
          <ac:chgData name="HOOKE, Sara" userId="ae1720bc-5ac2-4085-af12-5e9690b9675b" providerId="ADAL" clId="{E544A32D-7DAE-4046-8671-2AEE7D44C353}" dt="2024-10-06T16:14:26.980" v="807" actId="20577"/>
          <ac:spMkLst>
            <pc:docMk/>
            <pc:sldMk cId="872421357" sldId="523"/>
            <ac:spMk id="6" creationId="{65B35EC0-26DB-9945-7973-69B9173CDDE7}"/>
          </ac:spMkLst>
        </pc:spChg>
        <pc:picChg chg="del">
          <ac:chgData name="HOOKE, Sara" userId="ae1720bc-5ac2-4085-af12-5e9690b9675b" providerId="ADAL" clId="{E544A32D-7DAE-4046-8671-2AEE7D44C353}" dt="2024-10-06T16:14:29.175" v="808" actId="478"/>
          <ac:picMkLst>
            <pc:docMk/>
            <pc:sldMk cId="872421357" sldId="523"/>
            <ac:picMk id="2" creationId="{6DB0A9F2-E180-8FFB-A67D-E5DBD9FD3750}"/>
          </ac:picMkLst>
        </pc:picChg>
        <pc:picChg chg="add mod">
          <ac:chgData name="HOOKE, Sara" userId="ae1720bc-5ac2-4085-af12-5e9690b9675b" providerId="ADAL" clId="{E544A32D-7DAE-4046-8671-2AEE7D44C353}" dt="2024-10-06T16:15:20.401" v="816" actId="14100"/>
          <ac:picMkLst>
            <pc:docMk/>
            <pc:sldMk cId="872421357" sldId="523"/>
            <ac:picMk id="1025" creationId="{1839073D-6106-5474-4888-8E4F2C25A8A2}"/>
          </ac:picMkLst>
        </pc:picChg>
      </pc:sldChg>
      <pc:sldChg chg="modSp mod modNotesTx">
        <pc:chgData name="HOOKE, Sara" userId="ae1720bc-5ac2-4085-af12-5e9690b9675b" providerId="ADAL" clId="{E544A32D-7DAE-4046-8671-2AEE7D44C353}" dt="2024-10-07T09:29:32.858" v="1402" actId="113"/>
        <pc:sldMkLst>
          <pc:docMk/>
          <pc:sldMk cId="3056759420" sldId="525"/>
        </pc:sldMkLst>
        <pc:spChg chg="mod">
          <ac:chgData name="HOOKE, Sara" userId="ae1720bc-5ac2-4085-af12-5e9690b9675b" providerId="ADAL" clId="{E544A32D-7DAE-4046-8671-2AEE7D44C353}" dt="2024-10-07T09:14:50.816" v="1298" actId="20577"/>
          <ac:spMkLst>
            <pc:docMk/>
            <pc:sldMk cId="3056759420" sldId="525"/>
            <ac:spMk id="3" creationId="{3B04ED7F-B4C8-F48A-F7FC-11EEAEAFCBDB}"/>
          </ac:spMkLst>
        </pc:spChg>
      </pc:sldChg>
      <pc:sldChg chg="modSp mod modNotesTx">
        <pc:chgData name="HOOKE, Sara" userId="ae1720bc-5ac2-4085-af12-5e9690b9675b" providerId="ADAL" clId="{E544A32D-7DAE-4046-8671-2AEE7D44C353}" dt="2024-10-07T09:25:07.147" v="1357" actId="20577"/>
        <pc:sldMkLst>
          <pc:docMk/>
          <pc:sldMk cId="4200646530" sldId="526"/>
        </pc:sldMkLst>
        <pc:spChg chg="mod">
          <ac:chgData name="HOOKE, Sara" userId="ae1720bc-5ac2-4085-af12-5e9690b9675b" providerId="ADAL" clId="{E544A32D-7DAE-4046-8671-2AEE7D44C353}" dt="2024-10-07T09:07:03.147" v="1152" actId="20577"/>
          <ac:spMkLst>
            <pc:docMk/>
            <pc:sldMk cId="4200646530" sldId="526"/>
            <ac:spMk id="3" creationId="{005CEFEA-206D-6DEB-54E0-1F16F0BC65A1}"/>
          </ac:spMkLst>
        </pc:spChg>
      </pc:sldChg>
      <pc:sldChg chg="modSp mod">
        <pc:chgData name="HOOKE, Sara" userId="ae1720bc-5ac2-4085-af12-5e9690b9675b" providerId="ADAL" clId="{E544A32D-7DAE-4046-8671-2AEE7D44C353}" dt="2024-10-07T10:13:07.207" v="1435" actId="20577"/>
        <pc:sldMkLst>
          <pc:docMk/>
          <pc:sldMk cId="114586557" sldId="528"/>
        </pc:sldMkLst>
        <pc:spChg chg="mod">
          <ac:chgData name="HOOKE, Sara" userId="ae1720bc-5ac2-4085-af12-5e9690b9675b" providerId="ADAL" clId="{E544A32D-7DAE-4046-8671-2AEE7D44C353}" dt="2024-10-07T10:13:07.207" v="1435" actId="20577"/>
          <ac:spMkLst>
            <pc:docMk/>
            <pc:sldMk cId="114586557" sldId="528"/>
            <ac:spMk id="3" creationId="{EB1E310F-EC4F-7CEE-C71D-A0860A0272CA}"/>
          </ac:spMkLst>
        </pc:spChg>
      </pc:sldChg>
      <pc:sldChg chg="modNotesTx">
        <pc:chgData name="HOOKE, Sara" userId="ae1720bc-5ac2-4085-af12-5e9690b9675b" providerId="ADAL" clId="{E544A32D-7DAE-4046-8671-2AEE7D44C353}" dt="2024-10-07T10:16:02.416" v="1446" actId="113"/>
        <pc:sldMkLst>
          <pc:docMk/>
          <pc:sldMk cId="982096963" sldId="529"/>
        </pc:sldMkLst>
      </pc:sldChg>
      <pc:sldChg chg="del">
        <pc:chgData name="HOOKE, Sara" userId="ae1720bc-5ac2-4085-af12-5e9690b9675b" providerId="ADAL" clId="{E544A32D-7DAE-4046-8671-2AEE7D44C353}" dt="2024-10-09T09:45:16.998" v="2805" actId="47"/>
        <pc:sldMkLst>
          <pc:docMk/>
          <pc:sldMk cId="1867616775" sldId="536"/>
        </pc:sldMkLst>
      </pc:sldChg>
      <pc:sldChg chg="modNotesTx">
        <pc:chgData name="HOOKE, Sara" userId="ae1720bc-5ac2-4085-af12-5e9690b9675b" providerId="ADAL" clId="{E544A32D-7DAE-4046-8671-2AEE7D44C353}" dt="2024-10-07T11:01:14.162" v="1490" actId="20577"/>
        <pc:sldMkLst>
          <pc:docMk/>
          <pc:sldMk cId="174436673" sldId="537"/>
        </pc:sldMkLst>
      </pc:sldChg>
      <pc:sldChg chg="modNotesTx">
        <pc:chgData name="HOOKE, Sara" userId="ae1720bc-5ac2-4085-af12-5e9690b9675b" providerId="ADAL" clId="{E544A32D-7DAE-4046-8671-2AEE7D44C353}" dt="2024-10-07T11:03:00.936" v="1535" actId="20577"/>
        <pc:sldMkLst>
          <pc:docMk/>
          <pc:sldMk cId="729083988" sldId="538"/>
        </pc:sldMkLst>
      </pc:sldChg>
      <pc:sldChg chg="modNotesTx">
        <pc:chgData name="HOOKE, Sara" userId="ae1720bc-5ac2-4085-af12-5e9690b9675b" providerId="ADAL" clId="{E544A32D-7DAE-4046-8671-2AEE7D44C353}" dt="2024-10-07T11:04:29.740" v="1537" actId="20577"/>
        <pc:sldMkLst>
          <pc:docMk/>
          <pc:sldMk cId="2050089735" sldId="539"/>
        </pc:sldMkLst>
      </pc:sldChg>
      <pc:sldChg chg="modNotesTx">
        <pc:chgData name="HOOKE, Sara" userId="ae1720bc-5ac2-4085-af12-5e9690b9675b" providerId="ADAL" clId="{E544A32D-7DAE-4046-8671-2AEE7D44C353}" dt="2024-10-07T11:11:29.568" v="1554" actId="20577"/>
        <pc:sldMkLst>
          <pc:docMk/>
          <pc:sldMk cId="3579251044" sldId="543"/>
        </pc:sldMkLst>
      </pc:sldChg>
      <pc:sldChg chg="modNotesTx">
        <pc:chgData name="HOOKE, Sara" userId="ae1720bc-5ac2-4085-af12-5e9690b9675b" providerId="ADAL" clId="{E544A32D-7DAE-4046-8671-2AEE7D44C353}" dt="2024-10-07T11:12:53.286" v="1556" actId="113"/>
        <pc:sldMkLst>
          <pc:docMk/>
          <pc:sldMk cId="917908788" sldId="544"/>
        </pc:sldMkLst>
      </pc:sldChg>
      <pc:sldChg chg="modSp mod modNotesTx">
        <pc:chgData name="HOOKE, Sara" userId="ae1720bc-5ac2-4085-af12-5e9690b9675b" providerId="ADAL" clId="{E544A32D-7DAE-4046-8671-2AEE7D44C353}" dt="2024-10-07T11:15:20.262" v="1559" actId="113"/>
        <pc:sldMkLst>
          <pc:docMk/>
          <pc:sldMk cId="2273562714" sldId="545"/>
        </pc:sldMkLst>
        <pc:spChg chg="mod">
          <ac:chgData name="HOOKE, Sara" userId="ae1720bc-5ac2-4085-af12-5e9690b9675b" providerId="ADAL" clId="{E544A32D-7DAE-4046-8671-2AEE7D44C353}" dt="2024-10-07T11:13:49.544" v="1557" actId="20577"/>
          <ac:spMkLst>
            <pc:docMk/>
            <pc:sldMk cId="2273562714" sldId="545"/>
            <ac:spMk id="4" creationId="{E364C1F6-97BD-781A-4206-2A99413E058B}"/>
          </ac:spMkLst>
        </pc:spChg>
      </pc:sldChg>
      <pc:sldChg chg="modSp mod">
        <pc:chgData name="HOOKE, Sara" userId="ae1720bc-5ac2-4085-af12-5e9690b9675b" providerId="ADAL" clId="{E544A32D-7DAE-4046-8671-2AEE7D44C353}" dt="2024-10-07T11:23:27.779" v="1599" actId="113"/>
        <pc:sldMkLst>
          <pc:docMk/>
          <pc:sldMk cId="175722986" sldId="546"/>
        </pc:sldMkLst>
        <pc:spChg chg="mod">
          <ac:chgData name="HOOKE, Sara" userId="ae1720bc-5ac2-4085-af12-5e9690b9675b" providerId="ADAL" clId="{E544A32D-7DAE-4046-8671-2AEE7D44C353}" dt="2024-10-07T11:23:27.779" v="1599" actId="113"/>
          <ac:spMkLst>
            <pc:docMk/>
            <pc:sldMk cId="175722986" sldId="546"/>
            <ac:spMk id="3" creationId="{F580F8BD-44A8-398E-8E18-C6DF78F560CD}"/>
          </ac:spMkLst>
        </pc:spChg>
      </pc:sldChg>
      <pc:sldChg chg="modSp mod">
        <pc:chgData name="HOOKE, Sara" userId="ae1720bc-5ac2-4085-af12-5e9690b9675b" providerId="ADAL" clId="{E544A32D-7DAE-4046-8671-2AEE7D44C353}" dt="2024-10-07T11:22:32.166" v="1598" actId="313"/>
        <pc:sldMkLst>
          <pc:docMk/>
          <pc:sldMk cId="197514629" sldId="549"/>
        </pc:sldMkLst>
        <pc:spChg chg="mod">
          <ac:chgData name="HOOKE, Sara" userId="ae1720bc-5ac2-4085-af12-5e9690b9675b" providerId="ADAL" clId="{E544A32D-7DAE-4046-8671-2AEE7D44C353}" dt="2024-10-07T11:22:32.166" v="1598" actId="313"/>
          <ac:spMkLst>
            <pc:docMk/>
            <pc:sldMk cId="197514629" sldId="549"/>
            <ac:spMk id="3" creationId="{EE1A034E-C78F-B13C-3C64-CCAAF87BF836}"/>
          </ac:spMkLst>
        </pc:spChg>
      </pc:sldChg>
      <pc:sldChg chg="modSp mod">
        <pc:chgData name="HOOKE, Sara" userId="ae1720bc-5ac2-4085-af12-5e9690b9675b" providerId="ADAL" clId="{E544A32D-7DAE-4046-8671-2AEE7D44C353}" dt="2024-10-07T11:26:50.370" v="1628" actId="313"/>
        <pc:sldMkLst>
          <pc:docMk/>
          <pc:sldMk cId="1975503719" sldId="550"/>
        </pc:sldMkLst>
        <pc:spChg chg="mod">
          <ac:chgData name="HOOKE, Sara" userId="ae1720bc-5ac2-4085-af12-5e9690b9675b" providerId="ADAL" clId="{E544A32D-7DAE-4046-8671-2AEE7D44C353}" dt="2024-10-07T11:26:50.370" v="1628" actId="313"/>
          <ac:spMkLst>
            <pc:docMk/>
            <pc:sldMk cId="1975503719" sldId="550"/>
            <ac:spMk id="3" creationId="{DFA80E84-DA3D-A828-0CED-73F3CB275AC2}"/>
          </ac:spMkLst>
        </pc:spChg>
      </pc:sldChg>
      <pc:sldChg chg="mod ord modShow">
        <pc:chgData name="HOOKE, Sara" userId="ae1720bc-5ac2-4085-af12-5e9690b9675b" providerId="ADAL" clId="{E544A32D-7DAE-4046-8671-2AEE7D44C353}" dt="2024-10-09T09:49:51.341" v="2808" actId="729"/>
        <pc:sldMkLst>
          <pc:docMk/>
          <pc:sldMk cId="104938813" sldId="558"/>
        </pc:sldMkLst>
      </pc:sldChg>
      <pc:sldChg chg="mod ord modShow">
        <pc:chgData name="HOOKE, Sara" userId="ae1720bc-5ac2-4085-af12-5e9690b9675b" providerId="ADAL" clId="{E544A32D-7DAE-4046-8671-2AEE7D44C353}" dt="2024-10-09T09:49:51.341" v="2808" actId="729"/>
        <pc:sldMkLst>
          <pc:docMk/>
          <pc:sldMk cId="268819570" sldId="559"/>
        </pc:sldMkLst>
      </pc:sldChg>
      <pc:sldChg chg="mod ord modShow">
        <pc:chgData name="HOOKE, Sara" userId="ae1720bc-5ac2-4085-af12-5e9690b9675b" providerId="ADAL" clId="{E544A32D-7DAE-4046-8671-2AEE7D44C353}" dt="2024-10-09T09:49:51.341" v="2808" actId="729"/>
        <pc:sldMkLst>
          <pc:docMk/>
          <pc:sldMk cId="2763607250" sldId="560"/>
        </pc:sldMkLst>
      </pc:sldChg>
      <pc:sldChg chg="mod ord modShow">
        <pc:chgData name="HOOKE, Sara" userId="ae1720bc-5ac2-4085-af12-5e9690b9675b" providerId="ADAL" clId="{E544A32D-7DAE-4046-8671-2AEE7D44C353}" dt="2024-10-09T09:49:51.341" v="2808" actId="729"/>
        <pc:sldMkLst>
          <pc:docMk/>
          <pc:sldMk cId="2799482212" sldId="561"/>
        </pc:sldMkLst>
      </pc:sldChg>
      <pc:sldChg chg="mod ord modShow">
        <pc:chgData name="HOOKE, Sara" userId="ae1720bc-5ac2-4085-af12-5e9690b9675b" providerId="ADAL" clId="{E544A32D-7DAE-4046-8671-2AEE7D44C353}" dt="2024-10-09T09:49:51.341" v="2808" actId="729"/>
        <pc:sldMkLst>
          <pc:docMk/>
          <pc:sldMk cId="2564629250" sldId="562"/>
        </pc:sldMkLst>
      </pc:sldChg>
      <pc:sldChg chg="modSp new mod">
        <pc:chgData name="HOOKE, Sara" userId="ae1720bc-5ac2-4085-af12-5e9690b9675b" providerId="ADAL" clId="{E544A32D-7DAE-4046-8671-2AEE7D44C353}" dt="2024-10-06T15:53:06.717" v="729" actId="12"/>
        <pc:sldMkLst>
          <pc:docMk/>
          <pc:sldMk cId="310417772" sldId="564"/>
        </pc:sldMkLst>
        <pc:spChg chg="mod">
          <ac:chgData name="HOOKE, Sara" userId="ae1720bc-5ac2-4085-af12-5e9690b9675b" providerId="ADAL" clId="{E544A32D-7DAE-4046-8671-2AEE7D44C353}" dt="2024-10-06T15:47:32.033" v="483" actId="20577"/>
          <ac:spMkLst>
            <pc:docMk/>
            <pc:sldMk cId="310417772" sldId="564"/>
            <ac:spMk id="2" creationId="{B9B0285A-D773-BEDF-CED3-50102735B1EF}"/>
          </ac:spMkLst>
        </pc:spChg>
        <pc:spChg chg="mod">
          <ac:chgData name="HOOKE, Sara" userId="ae1720bc-5ac2-4085-af12-5e9690b9675b" providerId="ADAL" clId="{E544A32D-7DAE-4046-8671-2AEE7D44C353}" dt="2024-10-06T15:53:06.717" v="729" actId="12"/>
          <ac:spMkLst>
            <pc:docMk/>
            <pc:sldMk cId="310417772" sldId="564"/>
            <ac:spMk id="3" creationId="{BFCE407F-97D4-986B-2052-D6398E4B7882}"/>
          </ac:spMkLst>
        </pc:spChg>
      </pc:sldChg>
      <pc:sldChg chg="addSp delSp modSp new mod modClrScheme chgLayout">
        <pc:chgData name="HOOKE, Sara" userId="ae1720bc-5ac2-4085-af12-5e9690b9675b" providerId="ADAL" clId="{E544A32D-7DAE-4046-8671-2AEE7D44C353}" dt="2024-10-07T08:44:18.640" v="821" actId="27614"/>
        <pc:sldMkLst>
          <pc:docMk/>
          <pc:sldMk cId="3909571830" sldId="565"/>
        </pc:sldMkLst>
        <pc:spChg chg="del">
          <ac:chgData name="HOOKE, Sara" userId="ae1720bc-5ac2-4085-af12-5e9690b9675b" providerId="ADAL" clId="{E544A32D-7DAE-4046-8671-2AEE7D44C353}" dt="2024-10-07T08:41:29.364" v="820" actId="26606"/>
          <ac:spMkLst>
            <pc:docMk/>
            <pc:sldMk cId="3909571830" sldId="565"/>
            <ac:spMk id="2" creationId="{379E7DB1-6851-73B0-4D4F-829E11FAD057}"/>
          </ac:spMkLst>
        </pc:spChg>
        <pc:spChg chg="del">
          <ac:chgData name="HOOKE, Sara" userId="ae1720bc-5ac2-4085-af12-5e9690b9675b" providerId="ADAL" clId="{E544A32D-7DAE-4046-8671-2AEE7D44C353}" dt="2024-10-07T08:41:17.568" v="819"/>
          <ac:spMkLst>
            <pc:docMk/>
            <pc:sldMk cId="3909571830" sldId="565"/>
            <ac:spMk id="3" creationId="{1B5DD08C-E72F-A96B-5FA2-BA7A90C6BF61}"/>
          </ac:spMkLst>
        </pc:spChg>
        <pc:picChg chg="add mod">
          <ac:chgData name="HOOKE, Sara" userId="ae1720bc-5ac2-4085-af12-5e9690b9675b" providerId="ADAL" clId="{E544A32D-7DAE-4046-8671-2AEE7D44C353}" dt="2024-10-07T08:44:18.640" v="821" actId="27614"/>
          <ac:picMkLst>
            <pc:docMk/>
            <pc:sldMk cId="3909571830" sldId="565"/>
            <ac:picMk id="2050" creationId="{A5F00929-19E4-238E-6C72-B133674449EA}"/>
          </ac:picMkLst>
        </pc:picChg>
      </pc:sldChg>
      <pc:sldChg chg="addSp delSp modSp new mod ord modClrScheme chgLayout">
        <pc:chgData name="HOOKE, Sara" userId="ae1720bc-5ac2-4085-af12-5e9690b9675b" providerId="ADAL" clId="{E544A32D-7DAE-4046-8671-2AEE7D44C353}" dt="2024-10-07T11:59:19.525" v="1727"/>
        <pc:sldMkLst>
          <pc:docMk/>
          <pc:sldMk cId="335146412" sldId="566"/>
        </pc:sldMkLst>
        <pc:spChg chg="del mod ord">
          <ac:chgData name="HOOKE, Sara" userId="ae1720bc-5ac2-4085-af12-5e9690b9675b" providerId="ADAL" clId="{E544A32D-7DAE-4046-8671-2AEE7D44C353}" dt="2024-10-07T08:44:25.612" v="823" actId="700"/>
          <ac:spMkLst>
            <pc:docMk/>
            <pc:sldMk cId="335146412" sldId="566"/>
            <ac:spMk id="2" creationId="{B3C74DE8-D6D0-15F5-5304-8D7EFB04343F}"/>
          </ac:spMkLst>
        </pc:spChg>
        <pc:spChg chg="del mod ord">
          <ac:chgData name="HOOKE, Sara" userId="ae1720bc-5ac2-4085-af12-5e9690b9675b" providerId="ADAL" clId="{E544A32D-7DAE-4046-8671-2AEE7D44C353}" dt="2024-10-07T08:44:25.612" v="823" actId="700"/>
          <ac:spMkLst>
            <pc:docMk/>
            <pc:sldMk cId="335146412" sldId="566"/>
            <ac:spMk id="3" creationId="{E3A2B9F3-C668-5F07-EFB1-E61DDF5BB951}"/>
          </ac:spMkLst>
        </pc:spChg>
        <pc:spChg chg="add del mod ord">
          <ac:chgData name="HOOKE, Sara" userId="ae1720bc-5ac2-4085-af12-5e9690b9675b" providerId="ADAL" clId="{E544A32D-7DAE-4046-8671-2AEE7D44C353}" dt="2024-10-07T08:44:42.918" v="825" actId="26606"/>
          <ac:spMkLst>
            <pc:docMk/>
            <pc:sldMk cId="335146412" sldId="566"/>
            <ac:spMk id="4" creationId="{4C96D60A-4FDA-7793-6525-A8A2892F65C3}"/>
          </ac:spMkLst>
        </pc:spChg>
        <pc:spChg chg="add del mod ord">
          <ac:chgData name="HOOKE, Sara" userId="ae1720bc-5ac2-4085-af12-5e9690b9675b" providerId="ADAL" clId="{E544A32D-7DAE-4046-8671-2AEE7D44C353}" dt="2024-10-07T08:44:28.963" v="824" actId="22"/>
          <ac:spMkLst>
            <pc:docMk/>
            <pc:sldMk cId="335146412" sldId="566"/>
            <ac:spMk id="5" creationId="{157A4502-1290-F2A9-88F3-CB8DF93F76A9}"/>
          </ac:spMkLst>
        </pc:spChg>
        <pc:spChg chg="add mod">
          <ac:chgData name="HOOKE, Sara" userId="ae1720bc-5ac2-4085-af12-5e9690b9675b" providerId="ADAL" clId="{E544A32D-7DAE-4046-8671-2AEE7D44C353}" dt="2024-10-07T08:45:55.057" v="839" actId="1076"/>
          <ac:spMkLst>
            <pc:docMk/>
            <pc:sldMk cId="335146412" sldId="566"/>
            <ac:spMk id="9" creationId="{417DA0B3-7787-30A0-6417-764B867A53B1}"/>
          </ac:spMkLst>
        </pc:spChg>
        <pc:picChg chg="add mod ord">
          <ac:chgData name="HOOKE, Sara" userId="ae1720bc-5ac2-4085-af12-5e9690b9675b" providerId="ADAL" clId="{E544A32D-7DAE-4046-8671-2AEE7D44C353}" dt="2024-10-07T08:45:00.070" v="827" actId="27614"/>
          <ac:picMkLst>
            <pc:docMk/>
            <pc:sldMk cId="335146412" sldId="566"/>
            <ac:picMk id="7" creationId="{6BFDC230-FDF5-819A-2FDD-27E947419815}"/>
          </ac:picMkLst>
        </pc:picChg>
      </pc:sldChg>
      <pc:sldChg chg="addSp delSp modSp new mod modClrScheme chgLayout">
        <pc:chgData name="HOOKE, Sara" userId="ae1720bc-5ac2-4085-af12-5e9690b9675b" providerId="ADAL" clId="{E544A32D-7DAE-4046-8671-2AEE7D44C353}" dt="2024-10-07T09:00:58.028" v="842" actId="26606"/>
        <pc:sldMkLst>
          <pc:docMk/>
          <pc:sldMk cId="1622212127" sldId="567"/>
        </pc:sldMkLst>
        <pc:spChg chg="del">
          <ac:chgData name="HOOKE, Sara" userId="ae1720bc-5ac2-4085-af12-5e9690b9675b" providerId="ADAL" clId="{E544A32D-7DAE-4046-8671-2AEE7D44C353}" dt="2024-10-07T09:00:58.028" v="842" actId="26606"/>
          <ac:spMkLst>
            <pc:docMk/>
            <pc:sldMk cId="1622212127" sldId="567"/>
            <ac:spMk id="2" creationId="{94A63947-8094-FE79-E176-8CAB12B7A662}"/>
          </ac:spMkLst>
        </pc:spChg>
        <pc:spChg chg="del">
          <ac:chgData name="HOOKE, Sara" userId="ae1720bc-5ac2-4085-af12-5e9690b9675b" providerId="ADAL" clId="{E544A32D-7DAE-4046-8671-2AEE7D44C353}" dt="2024-10-07T09:00:49.828" v="841" actId="22"/>
          <ac:spMkLst>
            <pc:docMk/>
            <pc:sldMk cId="1622212127" sldId="567"/>
            <ac:spMk id="3" creationId="{A0426645-620C-BEBB-2D23-C8E889A6011C}"/>
          </ac:spMkLst>
        </pc:spChg>
        <pc:picChg chg="add mod ord">
          <ac:chgData name="HOOKE, Sara" userId="ae1720bc-5ac2-4085-af12-5e9690b9675b" providerId="ADAL" clId="{E544A32D-7DAE-4046-8671-2AEE7D44C353}" dt="2024-10-07T09:00:58.028" v="842" actId="26606"/>
          <ac:picMkLst>
            <pc:docMk/>
            <pc:sldMk cId="1622212127" sldId="567"/>
            <ac:picMk id="5" creationId="{F61DBC18-621A-1C12-63F7-9C8AED18F5A6}"/>
          </ac:picMkLst>
        </pc:picChg>
      </pc:sldChg>
      <pc:sldChg chg="addSp delSp modSp new mod ord modClrScheme chgLayout">
        <pc:chgData name="HOOKE, Sara" userId="ae1720bc-5ac2-4085-af12-5e9690b9675b" providerId="ADAL" clId="{E544A32D-7DAE-4046-8671-2AEE7D44C353}" dt="2024-10-07T11:59:07.680" v="1725"/>
        <pc:sldMkLst>
          <pc:docMk/>
          <pc:sldMk cId="4007831794" sldId="568"/>
        </pc:sldMkLst>
        <pc:spChg chg="del mod ord">
          <ac:chgData name="HOOKE, Sara" userId="ae1720bc-5ac2-4085-af12-5e9690b9675b" providerId="ADAL" clId="{E544A32D-7DAE-4046-8671-2AEE7D44C353}" dt="2024-10-07T11:40:07.142" v="1630" actId="700"/>
          <ac:spMkLst>
            <pc:docMk/>
            <pc:sldMk cId="4007831794" sldId="568"/>
            <ac:spMk id="2" creationId="{D1D8B574-EAB0-D49D-CC47-77AD191572CA}"/>
          </ac:spMkLst>
        </pc:spChg>
        <pc:spChg chg="del">
          <ac:chgData name="HOOKE, Sara" userId="ae1720bc-5ac2-4085-af12-5e9690b9675b" providerId="ADAL" clId="{E544A32D-7DAE-4046-8671-2AEE7D44C353}" dt="2024-10-07T11:40:07.142" v="1630" actId="700"/>
          <ac:spMkLst>
            <pc:docMk/>
            <pc:sldMk cId="4007831794" sldId="568"/>
            <ac:spMk id="3" creationId="{5BAA822A-3B41-D6A7-233E-D7F0330ED6CA}"/>
          </ac:spMkLst>
        </pc:spChg>
        <pc:spChg chg="add mod ord">
          <ac:chgData name="HOOKE, Sara" userId="ae1720bc-5ac2-4085-af12-5e9690b9675b" providerId="ADAL" clId="{E544A32D-7DAE-4046-8671-2AEE7D44C353}" dt="2024-10-07T11:58:45.563" v="1723" actId="20577"/>
          <ac:spMkLst>
            <pc:docMk/>
            <pc:sldMk cId="4007831794" sldId="568"/>
            <ac:spMk id="4" creationId="{0501506F-C255-6251-546C-62469FC86150}"/>
          </ac:spMkLst>
        </pc:spChg>
      </pc:sldChg>
      <pc:sldChg chg="modSp add ord modAnim">
        <pc:chgData name="HOOKE, Sara" userId="ae1720bc-5ac2-4085-af12-5e9690b9675b" providerId="ADAL" clId="{E544A32D-7DAE-4046-8671-2AEE7D44C353}" dt="2024-10-09T09:36:31.087" v="2803"/>
        <pc:sldMkLst>
          <pc:docMk/>
          <pc:sldMk cId="1559004746" sldId="569"/>
        </pc:sldMkLst>
        <pc:spChg chg="mod">
          <ac:chgData name="HOOKE, Sara" userId="ae1720bc-5ac2-4085-af12-5e9690b9675b" providerId="ADAL" clId="{E544A32D-7DAE-4046-8671-2AEE7D44C353}" dt="2024-10-07T12:00:42.202" v="1738" actId="20577"/>
          <ac:spMkLst>
            <pc:docMk/>
            <pc:sldMk cId="1559004746" sldId="569"/>
            <ac:spMk id="3" creationId="{B12A5340-1060-C4B5-12C3-0F158365C01D}"/>
          </ac:spMkLst>
        </pc:spChg>
      </pc:sldChg>
      <pc:sldChg chg="modSp new mod">
        <pc:chgData name="HOOKE, Sara" userId="ae1720bc-5ac2-4085-af12-5e9690b9675b" providerId="ADAL" clId="{E544A32D-7DAE-4046-8671-2AEE7D44C353}" dt="2024-10-07T12:25:07.856" v="2692" actId="20577"/>
        <pc:sldMkLst>
          <pc:docMk/>
          <pc:sldMk cId="1759133328" sldId="570"/>
        </pc:sldMkLst>
        <pc:spChg chg="mod">
          <ac:chgData name="HOOKE, Sara" userId="ae1720bc-5ac2-4085-af12-5e9690b9675b" providerId="ADAL" clId="{E544A32D-7DAE-4046-8671-2AEE7D44C353}" dt="2024-10-07T12:01:34.434" v="1751" actId="20577"/>
          <ac:spMkLst>
            <pc:docMk/>
            <pc:sldMk cId="1759133328" sldId="570"/>
            <ac:spMk id="2" creationId="{CC45201B-5716-B542-3ECB-5E9F62D224EF}"/>
          </ac:spMkLst>
        </pc:spChg>
        <pc:spChg chg="mod">
          <ac:chgData name="HOOKE, Sara" userId="ae1720bc-5ac2-4085-af12-5e9690b9675b" providerId="ADAL" clId="{E544A32D-7DAE-4046-8671-2AEE7D44C353}" dt="2024-10-07T12:25:07.856" v="2692" actId="20577"/>
          <ac:spMkLst>
            <pc:docMk/>
            <pc:sldMk cId="1759133328" sldId="570"/>
            <ac:spMk id="3" creationId="{B53EBDC8-161F-5B23-66CA-299CC774833E}"/>
          </ac:spMkLst>
        </pc:spChg>
      </pc:sldChg>
      <pc:sldChg chg="addSp delSp modSp new mod modClrScheme chgLayout">
        <pc:chgData name="HOOKE, Sara" userId="ae1720bc-5ac2-4085-af12-5e9690b9675b" providerId="ADAL" clId="{E544A32D-7DAE-4046-8671-2AEE7D44C353}" dt="2024-10-07T12:16:01.348" v="2130" actId="20577"/>
        <pc:sldMkLst>
          <pc:docMk/>
          <pc:sldMk cId="3916593624" sldId="571"/>
        </pc:sldMkLst>
        <pc:spChg chg="del mod ord">
          <ac:chgData name="HOOKE, Sara" userId="ae1720bc-5ac2-4085-af12-5e9690b9675b" providerId="ADAL" clId="{E544A32D-7DAE-4046-8671-2AEE7D44C353}" dt="2024-10-07T12:14:43.376" v="2067" actId="700"/>
          <ac:spMkLst>
            <pc:docMk/>
            <pc:sldMk cId="3916593624" sldId="571"/>
            <ac:spMk id="2" creationId="{BB07E89D-84B1-8D26-4513-D8AC5D1E56AF}"/>
          </ac:spMkLst>
        </pc:spChg>
        <pc:spChg chg="del mod ord">
          <ac:chgData name="HOOKE, Sara" userId="ae1720bc-5ac2-4085-af12-5e9690b9675b" providerId="ADAL" clId="{E544A32D-7DAE-4046-8671-2AEE7D44C353}" dt="2024-10-07T12:14:43.376" v="2067" actId="700"/>
          <ac:spMkLst>
            <pc:docMk/>
            <pc:sldMk cId="3916593624" sldId="571"/>
            <ac:spMk id="3" creationId="{2506A41C-BA32-EE23-013A-33416E7A7952}"/>
          </ac:spMkLst>
        </pc:spChg>
        <pc:spChg chg="add mod">
          <ac:chgData name="HOOKE, Sara" userId="ae1720bc-5ac2-4085-af12-5e9690b9675b" providerId="ADAL" clId="{E544A32D-7DAE-4046-8671-2AEE7D44C353}" dt="2024-10-07T12:14:16.540" v="2066" actId="14100"/>
          <ac:spMkLst>
            <pc:docMk/>
            <pc:sldMk cId="3916593624" sldId="571"/>
            <ac:spMk id="4" creationId="{958D5C66-BA8F-60D8-D648-7B03334AE3C9}"/>
          </ac:spMkLst>
        </pc:spChg>
        <pc:spChg chg="add mod ord">
          <ac:chgData name="HOOKE, Sara" userId="ae1720bc-5ac2-4085-af12-5e9690b9675b" providerId="ADAL" clId="{E544A32D-7DAE-4046-8671-2AEE7D44C353}" dt="2024-10-07T12:16:01.348" v="2130" actId="20577"/>
          <ac:spMkLst>
            <pc:docMk/>
            <pc:sldMk cId="3916593624" sldId="571"/>
            <ac:spMk id="5" creationId="{ADE37EE8-8EFC-307C-95F1-3E3644D00491}"/>
          </ac:spMkLst>
        </pc:spChg>
        <pc:spChg chg="add del mod ord">
          <ac:chgData name="HOOKE, Sara" userId="ae1720bc-5ac2-4085-af12-5e9690b9675b" providerId="ADAL" clId="{E544A32D-7DAE-4046-8671-2AEE7D44C353}" dt="2024-10-07T12:14:59.002" v="2071" actId="478"/>
          <ac:spMkLst>
            <pc:docMk/>
            <pc:sldMk cId="3916593624" sldId="571"/>
            <ac:spMk id="6" creationId="{A71CA355-AB65-4EA5-25C2-10526EB5905C}"/>
          </ac:spMkLst>
        </pc:spChg>
        <pc:spChg chg="add mod">
          <ac:chgData name="HOOKE, Sara" userId="ae1720bc-5ac2-4085-af12-5e9690b9675b" providerId="ADAL" clId="{E544A32D-7DAE-4046-8671-2AEE7D44C353}" dt="2024-10-07T12:15:52.759" v="2114" actId="1076"/>
          <ac:spMkLst>
            <pc:docMk/>
            <pc:sldMk cId="3916593624" sldId="571"/>
            <ac:spMk id="8" creationId="{8D1CAD13-0AF8-FB98-981C-3A9ED40A42C2}"/>
          </ac:spMkLst>
        </pc:spChg>
        <pc:picChg chg="add mod">
          <ac:chgData name="HOOKE, Sara" userId="ae1720bc-5ac2-4085-af12-5e9690b9675b" providerId="ADAL" clId="{E544A32D-7DAE-4046-8671-2AEE7D44C353}" dt="2024-10-07T12:14:57.254" v="2070" actId="1076"/>
          <ac:picMkLst>
            <pc:docMk/>
            <pc:sldMk cId="3916593624" sldId="571"/>
            <ac:picMk id="3073" creationId="{93FA0D93-6A94-8A3B-012A-CF685123392B}"/>
          </ac:picMkLst>
        </pc:picChg>
      </pc:sldChg>
      <pc:sldChg chg="modSp new mod">
        <pc:chgData name="HOOKE, Sara" userId="ae1720bc-5ac2-4085-af12-5e9690b9675b" providerId="ADAL" clId="{E544A32D-7DAE-4046-8671-2AEE7D44C353}" dt="2024-10-09T09:00:28.009" v="2800"/>
        <pc:sldMkLst>
          <pc:docMk/>
          <pc:sldMk cId="4282464743" sldId="572"/>
        </pc:sldMkLst>
        <pc:spChg chg="mod">
          <ac:chgData name="HOOKE, Sara" userId="ae1720bc-5ac2-4085-af12-5e9690b9675b" providerId="ADAL" clId="{E544A32D-7DAE-4046-8671-2AEE7D44C353}" dt="2024-10-07T12:19:08.050" v="2157" actId="313"/>
          <ac:spMkLst>
            <pc:docMk/>
            <pc:sldMk cId="4282464743" sldId="572"/>
            <ac:spMk id="2" creationId="{560FAEAD-68A0-46F6-D34F-5ADDC8727BC6}"/>
          </ac:spMkLst>
        </pc:spChg>
        <pc:spChg chg="mod">
          <ac:chgData name="HOOKE, Sara" userId="ae1720bc-5ac2-4085-af12-5e9690b9675b" providerId="ADAL" clId="{E544A32D-7DAE-4046-8671-2AEE7D44C353}" dt="2024-10-09T09:00:28.009" v="2800"/>
          <ac:spMkLst>
            <pc:docMk/>
            <pc:sldMk cId="4282464743" sldId="572"/>
            <ac:spMk id="3" creationId="{1F1C3BC4-657D-AD05-E9F6-A9DF2DF97433}"/>
          </ac:spMkLst>
        </pc:spChg>
      </pc:sldChg>
      <pc:sldChg chg="new del">
        <pc:chgData name="HOOKE, Sara" userId="ae1720bc-5ac2-4085-af12-5e9690b9675b" providerId="ADAL" clId="{E544A32D-7DAE-4046-8671-2AEE7D44C353}" dt="2024-10-09T09:36:33.886" v="2804" actId="47"/>
        <pc:sldMkLst>
          <pc:docMk/>
          <pc:sldMk cId="880965424" sldId="573"/>
        </pc:sldMkLst>
      </pc:sldChg>
      <pc:sldMasterChg chg="del delSldLayout">
        <pc:chgData name="HOOKE, Sara" userId="ae1720bc-5ac2-4085-af12-5e9690b9675b" providerId="ADAL" clId="{E544A32D-7DAE-4046-8671-2AEE7D44C353}" dt="2024-10-06T15:35:23.070" v="30"/>
        <pc:sldMasterMkLst>
          <pc:docMk/>
          <pc:sldMasterMk cId="457161498" sldId="2147483656"/>
        </pc:sldMasterMkLst>
        <pc:sldLayoutChg chg="del">
          <pc:chgData name="HOOKE, Sara" userId="ae1720bc-5ac2-4085-af12-5e9690b9675b" providerId="ADAL" clId="{E544A32D-7DAE-4046-8671-2AEE7D44C353}" dt="2024-10-06T15:35:23.070" v="30"/>
          <pc:sldLayoutMkLst>
            <pc:docMk/>
            <pc:sldMasterMk cId="457161498" sldId="2147483656"/>
            <pc:sldLayoutMk cId="2859755949" sldId="2147483662"/>
          </pc:sldLayoutMkLst>
        </pc:sldLayoutChg>
      </pc:sldMasterChg>
      <pc:sldMasterChg chg="del delSldLayout">
        <pc:chgData name="HOOKE, Sara" userId="ae1720bc-5ac2-4085-af12-5e9690b9675b" providerId="ADAL" clId="{E544A32D-7DAE-4046-8671-2AEE7D44C353}" dt="2024-10-06T15:35:23.067" v="29"/>
        <pc:sldMasterMkLst>
          <pc:docMk/>
          <pc:sldMasterMk cId="719696998" sldId="2147483663"/>
        </pc:sldMasterMkLst>
        <pc:sldLayoutChg chg="del">
          <pc:chgData name="HOOKE, Sara" userId="ae1720bc-5ac2-4085-af12-5e9690b9675b" providerId="ADAL" clId="{E544A32D-7DAE-4046-8671-2AEE7D44C353}" dt="2024-10-06T15:35:23.067" v="29"/>
          <pc:sldLayoutMkLst>
            <pc:docMk/>
            <pc:sldMasterMk cId="719696998" sldId="2147483663"/>
            <pc:sldLayoutMk cId="3814258546" sldId="2147483764"/>
          </pc:sldLayoutMkLst>
        </pc:sldLayoutChg>
        <pc:sldLayoutChg chg="del">
          <pc:chgData name="HOOKE, Sara" userId="ae1720bc-5ac2-4085-af12-5e9690b9675b" providerId="ADAL" clId="{E544A32D-7DAE-4046-8671-2AEE7D44C353}" dt="2024-10-06T15:35:23.067" v="29"/>
          <pc:sldLayoutMkLst>
            <pc:docMk/>
            <pc:sldMasterMk cId="719696998" sldId="2147483663"/>
            <pc:sldLayoutMk cId="3632731039" sldId="2147483765"/>
          </pc:sldLayoutMkLst>
        </pc:sldLayoutChg>
        <pc:sldLayoutChg chg="del">
          <pc:chgData name="HOOKE, Sara" userId="ae1720bc-5ac2-4085-af12-5e9690b9675b" providerId="ADAL" clId="{E544A32D-7DAE-4046-8671-2AEE7D44C353}" dt="2024-10-06T15:35:23.067" v="29"/>
          <pc:sldLayoutMkLst>
            <pc:docMk/>
            <pc:sldMasterMk cId="719696998" sldId="2147483663"/>
            <pc:sldLayoutMk cId="1719415419" sldId="2147483766"/>
          </pc:sldLayoutMkLst>
        </pc:sldLayoutChg>
        <pc:sldLayoutChg chg="del">
          <pc:chgData name="HOOKE, Sara" userId="ae1720bc-5ac2-4085-af12-5e9690b9675b" providerId="ADAL" clId="{E544A32D-7DAE-4046-8671-2AEE7D44C353}" dt="2024-10-06T15:35:23.067" v="29"/>
          <pc:sldLayoutMkLst>
            <pc:docMk/>
            <pc:sldMasterMk cId="719696998" sldId="2147483663"/>
            <pc:sldLayoutMk cId="2381401985" sldId="2147483767"/>
          </pc:sldLayoutMkLst>
        </pc:sldLayoutChg>
        <pc:sldLayoutChg chg="del">
          <pc:chgData name="HOOKE, Sara" userId="ae1720bc-5ac2-4085-af12-5e9690b9675b" providerId="ADAL" clId="{E544A32D-7DAE-4046-8671-2AEE7D44C353}" dt="2024-10-06T15:35:23.067" v="29"/>
          <pc:sldLayoutMkLst>
            <pc:docMk/>
            <pc:sldMasterMk cId="719696998" sldId="2147483663"/>
            <pc:sldLayoutMk cId="4082252580" sldId="2147483955"/>
          </pc:sldLayoutMkLst>
        </pc:sldLayoutChg>
        <pc:sldLayoutChg chg="del">
          <pc:chgData name="HOOKE, Sara" userId="ae1720bc-5ac2-4085-af12-5e9690b9675b" providerId="ADAL" clId="{E544A32D-7DAE-4046-8671-2AEE7D44C353}" dt="2024-10-06T15:35:23.067" v="29"/>
          <pc:sldLayoutMkLst>
            <pc:docMk/>
            <pc:sldMasterMk cId="719696998" sldId="2147483663"/>
            <pc:sldLayoutMk cId="3508111812" sldId="2147483956"/>
          </pc:sldLayoutMkLst>
        </pc:sldLayoutChg>
        <pc:sldLayoutChg chg="del">
          <pc:chgData name="HOOKE, Sara" userId="ae1720bc-5ac2-4085-af12-5e9690b9675b" providerId="ADAL" clId="{E544A32D-7DAE-4046-8671-2AEE7D44C353}" dt="2024-10-06T15:35:23.067" v="29"/>
          <pc:sldLayoutMkLst>
            <pc:docMk/>
            <pc:sldMasterMk cId="719696998" sldId="2147483663"/>
            <pc:sldLayoutMk cId="2433484888" sldId="2147483957"/>
          </pc:sldLayoutMkLst>
        </pc:sldLayoutChg>
        <pc:sldLayoutChg chg="del">
          <pc:chgData name="HOOKE, Sara" userId="ae1720bc-5ac2-4085-af12-5e9690b9675b" providerId="ADAL" clId="{E544A32D-7DAE-4046-8671-2AEE7D44C353}" dt="2024-10-06T15:35:23.067" v="29"/>
          <pc:sldLayoutMkLst>
            <pc:docMk/>
            <pc:sldMasterMk cId="719696998" sldId="2147483663"/>
            <pc:sldLayoutMk cId="532961534" sldId="2147483958"/>
          </pc:sldLayoutMkLst>
        </pc:sldLayoutChg>
        <pc:sldLayoutChg chg="del">
          <pc:chgData name="HOOKE, Sara" userId="ae1720bc-5ac2-4085-af12-5e9690b9675b" providerId="ADAL" clId="{E544A32D-7DAE-4046-8671-2AEE7D44C353}" dt="2024-10-06T15:35:23.067" v="29"/>
          <pc:sldLayoutMkLst>
            <pc:docMk/>
            <pc:sldMasterMk cId="719696998" sldId="2147483663"/>
            <pc:sldLayoutMk cId="1996728647" sldId="2147483959"/>
          </pc:sldLayoutMkLst>
        </pc:sldLayoutChg>
        <pc:sldLayoutChg chg="del">
          <pc:chgData name="HOOKE, Sara" userId="ae1720bc-5ac2-4085-af12-5e9690b9675b" providerId="ADAL" clId="{E544A32D-7DAE-4046-8671-2AEE7D44C353}" dt="2024-10-06T15:35:23.067" v="29"/>
          <pc:sldLayoutMkLst>
            <pc:docMk/>
            <pc:sldMasterMk cId="719696998" sldId="2147483663"/>
            <pc:sldLayoutMk cId="2045757280" sldId="2147483960"/>
          </pc:sldLayoutMkLst>
        </pc:sldLayoutChg>
      </pc:sldMasterChg>
      <pc:sldMasterChg chg="del delSldLayout">
        <pc:chgData name="HOOKE, Sara" userId="ae1720bc-5ac2-4085-af12-5e9690b9675b" providerId="ADAL" clId="{E544A32D-7DAE-4046-8671-2AEE7D44C353}" dt="2024-10-06T15:35:23.064" v="28"/>
        <pc:sldMasterMkLst>
          <pc:docMk/>
          <pc:sldMasterMk cId="3283754079" sldId="2147483700"/>
        </pc:sldMasterMkLst>
        <pc:sldLayoutChg chg="del">
          <pc:chgData name="HOOKE, Sara" userId="ae1720bc-5ac2-4085-af12-5e9690b9675b" providerId="ADAL" clId="{E544A32D-7DAE-4046-8671-2AEE7D44C353}" dt="2024-10-06T15:35:23.064" v="28"/>
          <pc:sldLayoutMkLst>
            <pc:docMk/>
            <pc:sldMasterMk cId="3283754079" sldId="2147483700"/>
            <pc:sldLayoutMk cId="3028564655" sldId="2147483726"/>
          </pc:sldLayoutMkLst>
        </pc:sldLayoutChg>
        <pc:sldLayoutChg chg="del">
          <pc:chgData name="HOOKE, Sara" userId="ae1720bc-5ac2-4085-af12-5e9690b9675b" providerId="ADAL" clId="{E544A32D-7DAE-4046-8671-2AEE7D44C353}" dt="2024-10-06T15:35:23.064" v="28"/>
          <pc:sldLayoutMkLst>
            <pc:docMk/>
            <pc:sldMasterMk cId="3283754079" sldId="2147483700"/>
            <pc:sldLayoutMk cId="1431143769" sldId="2147483727"/>
          </pc:sldLayoutMkLst>
        </pc:sldLayoutChg>
        <pc:sldLayoutChg chg="del">
          <pc:chgData name="HOOKE, Sara" userId="ae1720bc-5ac2-4085-af12-5e9690b9675b" providerId="ADAL" clId="{E544A32D-7DAE-4046-8671-2AEE7D44C353}" dt="2024-10-06T15:35:23.064" v="28"/>
          <pc:sldLayoutMkLst>
            <pc:docMk/>
            <pc:sldMasterMk cId="3283754079" sldId="2147483700"/>
            <pc:sldLayoutMk cId="9435842" sldId="2147483728"/>
          </pc:sldLayoutMkLst>
        </pc:sldLayoutChg>
        <pc:sldLayoutChg chg="del">
          <pc:chgData name="HOOKE, Sara" userId="ae1720bc-5ac2-4085-af12-5e9690b9675b" providerId="ADAL" clId="{E544A32D-7DAE-4046-8671-2AEE7D44C353}" dt="2024-10-06T15:35:23.064" v="28"/>
          <pc:sldLayoutMkLst>
            <pc:docMk/>
            <pc:sldMasterMk cId="3283754079" sldId="2147483700"/>
            <pc:sldLayoutMk cId="2373780319" sldId="2147483729"/>
          </pc:sldLayoutMkLst>
        </pc:sldLayoutChg>
        <pc:sldLayoutChg chg="del">
          <pc:chgData name="HOOKE, Sara" userId="ae1720bc-5ac2-4085-af12-5e9690b9675b" providerId="ADAL" clId="{E544A32D-7DAE-4046-8671-2AEE7D44C353}" dt="2024-10-06T15:35:23.064" v="28"/>
          <pc:sldLayoutMkLst>
            <pc:docMk/>
            <pc:sldMasterMk cId="3283754079" sldId="2147483700"/>
            <pc:sldLayoutMk cId="3189754166" sldId="2147483944"/>
          </pc:sldLayoutMkLst>
        </pc:sldLayoutChg>
        <pc:sldLayoutChg chg="del">
          <pc:chgData name="HOOKE, Sara" userId="ae1720bc-5ac2-4085-af12-5e9690b9675b" providerId="ADAL" clId="{E544A32D-7DAE-4046-8671-2AEE7D44C353}" dt="2024-10-06T15:35:23.064" v="28"/>
          <pc:sldLayoutMkLst>
            <pc:docMk/>
            <pc:sldMasterMk cId="3283754079" sldId="2147483700"/>
            <pc:sldLayoutMk cId="3846593563" sldId="2147483945"/>
          </pc:sldLayoutMkLst>
        </pc:sldLayoutChg>
        <pc:sldLayoutChg chg="del">
          <pc:chgData name="HOOKE, Sara" userId="ae1720bc-5ac2-4085-af12-5e9690b9675b" providerId="ADAL" clId="{E544A32D-7DAE-4046-8671-2AEE7D44C353}" dt="2024-10-06T15:35:23.064" v="28"/>
          <pc:sldLayoutMkLst>
            <pc:docMk/>
            <pc:sldMasterMk cId="3283754079" sldId="2147483700"/>
            <pc:sldLayoutMk cId="2587249935" sldId="2147483946"/>
          </pc:sldLayoutMkLst>
        </pc:sldLayoutChg>
        <pc:sldLayoutChg chg="del">
          <pc:chgData name="HOOKE, Sara" userId="ae1720bc-5ac2-4085-af12-5e9690b9675b" providerId="ADAL" clId="{E544A32D-7DAE-4046-8671-2AEE7D44C353}" dt="2024-10-06T15:35:23.064" v="28"/>
          <pc:sldLayoutMkLst>
            <pc:docMk/>
            <pc:sldMasterMk cId="3283754079" sldId="2147483700"/>
            <pc:sldLayoutMk cId="1639110948" sldId="2147483947"/>
          </pc:sldLayoutMkLst>
        </pc:sldLayoutChg>
        <pc:sldLayoutChg chg="del">
          <pc:chgData name="HOOKE, Sara" userId="ae1720bc-5ac2-4085-af12-5e9690b9675b" providerId="ADAL" clId="{E544A32D-7DAE-4046-8671-2AEE7D44C353}" dt="2024-10-06T15:35:23.064" v="28"/>
          <pc:sldLayoutMkLst>
            <pc:docMk/>
            <pc:sldMasterMk cId="3283754079" sldId="2147483700"/>
            <pc:sldLayoutMk cId="719022194" sldId="2147483948"/>
          </pc:sldLayoutMkLst>
        </pc:sldLayoutChg>
        <pc:sldLayoutChg chg="del">
          <pc:chgData name="HOOKE, Sara" userId="ae1720bc-5ac2-4085-af12-5e9690b9675b" providerId="ADAL" clId="{E544A32D-7DAE-4046-8671-2AEE7D44C353}" dt="2024-10-06T15:35:23.064" v="28"/>
          <pc:sldLayoutMkLst>
            <pc:docMk/>
            <pc:sldMasterMk cId="3283754079" sldId="2147483700"/>
            <pc:sldLayoutMk cId="4073540776" sldId="2147483949"/>
          </pc:sldLayoutMkLst>
        </pc:sldLayoutChg>
        <pc:sldLayoutChg chg="del">
          <pc:chgData name="HOOKE, Sara" userId="ae1720bc-5ac2-4085-af12-5e9690b9675b" providerId="ADAL" clId="{E544A32D-7DAE-4046-8671-2AEE7D44C353}" dt="2024-10-06T15:35:23.064" v="28"/>
          <pc:sldLayoutMkLst>
            <pc:docMk/>
            <pc:sldMasterMk cId="3283754079" sldId="2147483700"/>
            <pc:sldLayoutMk cId="229814225" sldId="2147483950"/>
          </pc:sldLayoutMkLst>
        </pc:sldLayoutChg>
        <pc:sldLayoutChg chg="del">
          <pc:chgData name="HOOKE, Sara" userId="ae1720bc-5ac2-4085-af12-5e9690b9675b" providerId="ADAL" clId="{E544A32D-7DAE-4046-8671-2AEE7D44C353}" dt="2024-10-06T15:35:23.064" v="28"/>
          <pc:sldLayoutMkLst>
            <pc:docMk/>
            <pc:sldMasterMk cId="3283754079" sldId="2147483700"/>
            <pc:sldLayoutMk cId="4004295698" sldId="2147483951"/>
          </pc:sldLayoutMkLst>
        </pc:sldLayoutChg>
        <pc:sldLayoutChg chg="del">
          <pc:chgData name="HOOKE, Sara" userId="ae1720bc-5ac2-4085-af12-5e9690b9675b" providerId="ADAL" clId="{E544A32D-7DAE-4046-8671-2AEE7D44C353}" dt="2024-10-06T15:35:23.064" v="28"/>
          <pc:sldLayoutMkLst>
            <pc:docMk/>
            <pc:sldMasterMk cId="3283754079" sldId="2147483700"/>
            <pc:sldLayoutMk cId="1863322244" sldId="2147483952"/>
          </pc:sldLayoutMkLst>
        </pc:sldLayoutChg>
        <pc:sldLayoutChg chg="del">
          <pc:chgData name="HOOKE, Sara" userId="ae1720bc-5ac2-4085-af12-5e9690b9675b" providerId="ADAL" clId="{E544A32D-7DAE-4046-8671-2AEE7D44C353}" dt="2024-10-06T15:35:23.064" v="28"/>
          <pc:sldLayoutMkLst>
            <pc:docMk/>
            <pc:sldMasterMk cId="3283754079" sldId="2147483700"/>
            <pc:sldLayoutMk cId="2155238179" sldId="2147483953"/>
          </pc:sldLayoutMkLst>
        </pc:sldLayoutChg>
        <pc:sldLayoutChg chg="del">
          <pc:chgData name="HOOKE, Sara" userId="ae1720bc-5ac2-4085-af12-5e9690b9675b" providerId="ADAL" clId="{E544A32D-7DAE-4046-8671-2AEE7D44C353}" dt="2024-10-06T15:35:23.064" v="28"/>
          <pc:sldLayoutMkLst>
            <pc:docMk/>
            <pc:sldMasterMk cId="3283754079" sldId="2147483700"/>
            <pc:sldLayoutMk cId="3381519540" sldId="2147483954"/>
          </pc:sldLayoutMkLst>
        </pc:sldLayoutChg>
      </pc:sldMasterChg>
      <pc:sldMasterChg chg="del delSldLayout">
        <pc:chgData name="HOOKE, Sara" userId="ae1720bc-5ac2-4085-af12-5e9690b9675b" providerId="ADAL" clId="{E544A32D-7DAE-4046-8671-2AEE7D44C353}" dt="2024-10-06T15:35:23.059" v="27"/>
        <pc:sldMasterMkLst>
          <pc:docMk/>
          <pc:sldMasterMk cId="2794910871" sldId="2147483736"/>
        </pc:sldMasterMkLst>
        <pc:sldLayoutChg chg="del">
          <pc:chgData name="HOOKE, Sara" userId="ae1720bc-5ac2-4085-af12-5e9690b9675b" providerId="ADAL" clId="{E544A32D-7DAE-4046-8671-2AEE7D44C353}" dt="2024-10-06T15:35:23.059" v="27"/>
          <pc:sldLayoutMkLst>
            <pc:docMk/>
            <pc:sldMasterMk cId="2794910871" sldId="2147483736"/>
            <pc:sldLayoutMk cId="952803755" sldId="2147483742"/>
          </pc:sldLayoutMkLst>
        </pc:sldLayoutChg>
      </pc:sldMasterChg>
      <pc:sldMasterChg chg="del delSldLayout">
        <pc:chgData name="HOOKE, Sara" userId="ae1720bc-5ac2-4085-af12-5e9690b9675b" providerId="ADAL" clId="{E544A32D-7DAE-4046-8671-2AEE7D44C353}" dt="2024-10-06T15:35:23.073" v="31"/>
        <pc:sldMasterMkLst>
          <pc:docMk/>
          <pc:sldMasterMk cId="2678425521" sldId="2147483768"/>
        </pc:sldMasterMkLst>
        <pc:sldLayoutChg chg="del">
          <pc:chgData name="HOOKE, Sara" userId="ae1720bc-5ac2-4085-af12-5e9690b9675b" providerId="ADAL" clId="{E544A32D-7DAE-4046-8671-2AEE7D44C353}" dt="2024-10-06T15:35:23.073" v="31"/>
          <pc:sldLayoutMkLst>
            <pc:docMk/>
            <pc:sldMasterMk cId="2678425521" sldId="2147483768"/>
            <pc:sldLayoutMk cId="2441066329" sldId="2147483879"/>
          </pc:sldLayoutMkLst>
        </pc:sldLayoutChg>
        <pc:sldLayoutChg chg="del">
          <pc:chgData name="HOOKE, Sara" userId="ae1720bc-5ac2-4085-af12-5e9690b9675b" providerId="ADAL" clId="{E544A32D-7DAE-4046-8671-2AEE7D44C353}" dt="2024-10-06T15:35:23.073" v="31"/>
          <pc:sldLayoutMkLst>
            <pc:docMk/>
            <pc:sldMasterMk cId="2678425521" sldId="2147483768"/>
            <pc:sldLayoutMk cId="185204832" sldId="2147483880"/>
          </pc:sldLayoutMkLst>
        </pc:sldLayoutChg>
        <pc:sldLayoutChg chg="del">
          <pc:chgData name="HOOKE, Sara" userId="ae1720bc-5ac2-4085-af12-5e9690b9675b" providerId="ADAL" clId="{E544A32D-7DAE-4046-8671-2AEE7D44C353}" dt="2024-10-06T15:35:23.073" v="31"/>
          <pc:sldLayoutMkLst>
            <pc:docMk/>
            <pc:sldMasterMk cId="2678425521" sldId="2147483768"/>
            <pc:sldLayoutMk cId="2704209945" sldId="2147483881"/>
          </pc:sldLayoutMkLst>
        </pc:sldLayoutChg>
        <pc:sldLayoutChg chg="del">
          <pc:chgData name="HOOKE, Sara" userId="ae1720bc-5ac2-4085-af12-5e9690b9675b" providerId="ADAL" clId="{E544A32D-7DAE-4046-8671-2AEE7D44C353}" dt="2024-10-06T15:35:23.073" v="31"/>
          <pc:sldLayoutMkLst>
            <pc:docMk/>
            <pc:sldMasterMk cId="2678425521" sldId="2147483768"/>
            <pc:sldLayoutMk cId="1997084157" sldId="2147483882"/>
          </pc:sldLayoutMkLst>
        </pc:sldLayoutChg>
        <pc:sldLayoutChg chg="del">
          <pc:chgData name="HOOKE, Sara" userId="ae1720bc-5ac2-4085-af12-5e9690b9675b" providerId="ADAL" clId="{E544A32D-7DAE-4046-8671-2AEE7D44C353}" dt="2024-10-06T15:35:23.073" v="31"/>
          <pc:sldLayoutMkLst>
            <pc:docMk/>
            <pc:sldMasterMk cId="2678425521" sldId="2147483768"/>
            <pc:sldLayoutMk cId="3973187167" sldId="2147483883"/>
          </pc:sldLayoutMkLst>
        </pc:sldLayoutChg>
        <pc:sldLayoutChg chg="del">
          <pc:chgData name="HOOKE, Sara" userId="ae1720bc-5ac2-4085-af12-5e9690b9675b" providerId="ADAL" clId="{E544A32D-7DAE-4046-8671-2AEE7D44C353}" dt="2024-10-06T15:35:23.073" v="31"/>
          <pc:sldLayoutMkLst>
            <pc:docMk/>
            <pc:sldMasterMk cId="2678425521" sldId="2147483768"/>
            <pc:sldLayoutMk cId="289710842" sldId="2147483884"/>
          </pc:sldLayoutMkLst>
        </pc:sldLayoutChg>
      </pc:sldMasterChg>
      <pc:sldMasterChg chg="del delSldLayout">
        <pc:chgData name="HOOKE, Sara" userId="ae1720bc-5ac2-4085-af12-5e9690b9675b" providerId="ADAL" clId="{E544A32D-7DAE-4046-8671-2AEE7D44C353}" dt="2024-10-06T15:35:23.084" v="35"/>
        <pc:sldMasterMkLst>
          <pc:docMk/>
          <pc:sldMasterMk cId="3476642116" sldId="2147483928"/>
        </pc:sldMasterMkLst>
        <pc:sldLayoutChg chg="del">
          <pc:chgData name="HOOKE, Sara" userId="ae1720bc-5ac2-4085-af12-5e9690b9675b" providerId="ADAL" clId="{E544A32D-7DAE-4046-8671-2AEE7D44C353}" dt="2024-10-06T15:35:23.084" v="35"/>
          <pc:sldLayoutMkLst>
            <pc:docMk/>
            <pc:sldMasterMk cId="3476642116" sldId="2147483928"/>
            <pc:sldLayoutMk cId="3599278929" sldId="2147483929"/>
          </pc:sldLayoutMkLst>
        </pc:sldLayoutChg>
        <pc:sldLayoutChg chg="del">
          <pc:chgData name="HOOKE, Sara" userId="ae1720bc-5ac2-4085-af12-5e9690b9675b" providerId="ADAL" clId="{E544A32D-7DAE-4046-8671-2AEE7D44C353}" dt="2024-10-06T15:35:23.084" v="35"/>
          <pc:sldLayoutMkLst>
            <pc:docMk/>
            <pc:sldMasterMk cId="3476642116" sldId="2147483928"/>
            <pc:sldLayoutMk cId="4037315861" sldId="2147483930"/>
          </pc:sldLayoutMkLst>
        </pc:sldLayoutChg>
        <pc:sldLayoutChg chg="del">
          <pc:chgData name="HOOKE, Sara" userId="ae1720bc-5ac2-4085-af12-5e9690b9675b" providerId="ADAL" clId="{E544A32D-7DAE-4046-8671-2AEE7D44C353}" dt="2024-10-06T15:35:23.084" v="35"/>
          <pc:sldLayoutMkLst>
            <pc:docMk/>
            <pc:sldMasterMk cId="3476642116" sldId="2147483928"/>
            <pc:sldLayoutMk cId="2098454992" sldId="2147483931"/>
          </pc:sldLayoutMkLst>
        </pc:sldLayoutChg>
        <pc:sldLayoutChg chg="del">
          <pc:chgData name="HOOKE, Sara" userId="ae1720bc-5ac2-4085-af12-5e9690b9675b" providerId="ADAL" clId="{E544A32D-7DAE-4046-8671-2AEE7D44C353}" dt="2024-10-06T15:35:23.084" v="35"/>
          <pc:sldLayoutMkLst>
            <pc:docMk/>
            <pc:sldMasterMk cId="3476642116" sldId="2147483928"/>
            <pc:sldLayoutMk cId="2493945384" sldId="2147483932"/>
          </pc:sldLayoutMkLst>
        </pc:sldLayoutChg>
        <pc:sldLayoutChg chg="del">
          <pc:chgData name="HOOKE, Sara" userId="ae1720bc-5ac2-4085-af12-5e9690b9675b" providerId="ADAL" clId="{E544A32D-7DAE-4046-8671-2AEE7D44C353}" dt="2024-10-06T15:35:23.084" v="35"/>
          <pc:sldLayoutMkLst>
            <pc:docMk/>
            <pc:sldMasterMk cId="3476642116" sldId="2147483928"/>
            <pc:sldLayoutMk cId="102238203" sldId="2147483933"/>
          </pc:sldLayoutMkLst>
        </pc:sldLayoutChg>
        <pc:sldLayoutChg chg="del">
          <pc:chgData name="HOOKE, Sara" userId="ae1720bc-5ac2-4085-af12-5e9690b9675b" providerId="ADAL" clId="{E544A32D-7DAE-4046-8671-2AEE7D44C353}" dt="2024-10-06T15:35:23.084" v="35"/>
          <pc:sldLayoutMkLst>
            <pc:docMk/>
            <pc:sldMasterMk cId="3476642116" sldId="2147483928"/>
            <pc:sldLayoutMk cId="1975919681" sldId="2147483934"/>
          </pc:sldLayoutMkLst>
        </pc:sldLayoutChg>
        <pc:sldLayoutChg chg="del">
          <pc:chgData name="HOOKE, Sara" userId="ae1720bc-5ac2-4085-af12-5e9690b9675b" providerId="ADAL" clId="{E544A32D-7DAE-4046-8671-2AEE7D44C353}" dt="2024-10-06T15:35:23.084" v="35"/>
          <pc:sldLayoutMkLst>
            <pc:docMk/>
            <pc:sldMasterMk cId="3476642116" sldId="2147483928"/>
            <pc:sldLayoutMk cId="1774216833" sldId="2147483935"/>
          </pc:sldLayoutMkLst>
        </pc:sldLayoutChg>
      </pc:sldMasterChg>
      <pc:sldMasterChg chg="del delSldLayout">
        <pc:chgData name="HOOKE, Sara" userId="ae1720bc-5ac2-4085-af12-5e9690b9675b" providerId="ADAL" clId="{E544A32D-7DAE-4046-8671-2AEE7D44C353}" dt="2024-10-06T15:35:23.076" v="32"/>
        <pc:sldMasterMkLst>
          <pc:docMk/>
          <pc:sldMasterMk cId="3038748963" sldId="2147483980"/>
        </pc:sldMasterMkLst>
        <pc:sldLayoutChg chg="del">
          <pc:chgData name="HOOKE, Sara" userId="ae1720bc-5ac2-4085-af12-5e9690b9675b" providerId="ADAL" clId="{E544A32D-7DAE-4046-8671-2AEE7D44C353}" dt="2024-10-06T15:35:23.076" v="32"/>
          <pc:sldLayoutMkLst>
            <pc:docMk/>
            <pc:sldMasterMk cId="3038748963" sldId="2147483980"/>
            <pc:sldLayoutMk cId="924604244" sldId="2147483981"/>
          </pc:sldLayoutMkLst>
        </pc:sldLayoutChg>
        <pc:sldLayoutChg chg="del">
          <pc:chgData name="HOOKE, Sara" userId="ae1720bc-5ac2-4085-af12-5e9690b9675b" providerId="ADAL" clId="{E544A32D-7DAE-4046-8671-2AEE7D44C353}" dt="2024-10-06T15:35:23.076" v="32"/>
          <pc:sldLayoutMkLst>
            <pc:docMk/>
            <pc:sldMasterMk cId="3038748963" sldId="2147483980"/>
            <pc:sldLayoutMk cId="1841900588" sldId="2147483982"/>
          </pc:sldLayoutMkLst>
        </pc:sldLayoutChg>
        <pc:sldLayoutChg chg="del">
          <pc:chgData name="HOOKE, Sara" userId="ae1720bc-5ac2-4085-af12-5e9690b9675b" providerId="ADAL" clId="{E544A32D-7DAE-4046-8671-2AEE7D44C353}" dt="2024-10-06T15:35:23.076" v="32"/>
          <pc:sldLayoutMkLst>
            <pc:docMk/>
            <pc:sldMasterMk cId="3038748963" sldId="2147483980"/>
            <pc:sldLayoutMk cId="3376578877" sldId="2147483983"/>
          </pc:sldLayoutMkLst>
        </pc:sldLayoutChg>
        <pc:sldLayoutChg chg="del">
          <pc:chgData name="HOOKE, Sara" userId="ae1720bc-5ac2-4085-af12-5e9690b9675b" providerId="ADAL" clId="{E544A32D-7DAE-4046-8671-2AEE7D44C353}" dt="2024-10-06T15:35:23.076" v="32"/>
          <pc:sldLayoutMkLst>
            <pc:docMk/>
            <pc:sldMasterMk cId="3038748963" sldId="2147483980"/>
            <pc:sldLayoutMk cId="3365699947" sldId="2147483984"/>
          </pc:sldLayoutMkLst>
        </pc:sldLayoutChg>
        <pc:sldLayoutChg chg="del">
          <pc:chgData name="HOOKE, Sara" userId="ae1720bc-5ac2-4085-af12-5e9690b9675b" providerId="ADAL" clId="{E544A32D-7DAE-4046-8671-2AEE7D44C353}" dt="2024-10-06T15:35:23.076" v="32"/>
          <pc:sldLayoutMkLst>
            <pc:docMk/>
            <pc:sldMasterMk cId="3038748963" sldId="2147483980"/>
            <pc:sldLayoutMk cId="3936125789" sldId="2147483985"/>
          </pc:sldLayoutMkLst>
        </pc:sldLayoutChg>
        <pc:sldLayoutChg chg="del">
          <pc:chgData name="HOOKE, Sara" userId="ae1720bc-5ac2-4085-af12-5e9690b9675b" providerId="ADAL" clId="{E544A32D-7DAE-4046-8671-2AEE7D44C353}" dt="2024-10-06T15:35:23.076" v="32"/>
          <pc:sldLayoutMkLst>
            <pc:docMk/>
            <pc:sldMasterMk cId="3038748963" sldId="2147483980"/>
            <pc:sldLayoutMk cId="1379784545" sldId="2147483986"/>
          </pc:sldLayoutMkLst>
        </pc:sldLayoutChg>
        <pc:sldLayoutChg chg="del">
          <pc:chgData name="HOOKE, Sara" userId="ae1720bc-5ac2-4085-af12-5e9690b9675b" providerId="ADAL" clId="{E544A32D-7DAE-4046-8671-2AEE7D44C353}" dt="2024-10-06T15:35:23.076" v="32"/>
          <pc:sldLayoutMkLst>
            <pc:docMk/>
            <pc:sldMasterMk cId="3038748963" sldId="2147483980"/>
            <pc:sldLayoutMk cId="3801572996" sldId="2147483987"/>
          </pc:sldLayoutMkLst>
        </pc:sldLayoutChg>
      </pc:sldMasterChg>
      <pc:sldMasterChg chg="del delSldLayout">
        <pc:chgData name="HOOKE, Sara" userId="ae1720bc-5ac2-4085-af12-5e9690b9675b" providerId="ADAL" clId="{E544A32D-7DAE-4046-8671-2AEE7D44C353}" dt="2024-10-06T15:35:23.079" v="33"/>
        <pc:sldMasterMkLst>
          <pc:docMk/>
          <pc:sldMasterMk cId="897359925" sldId="2147483988"/>
        </pc:sldMasterMkLst>
        <pc:sldLayoutChg chg="del">
          <pc:chgData name="HOOKE, Sara" userId="ae1720bc-5ac2-4085-af12-5e9690b9675b" providerId="ADAL" clId="{E544A32D-7DAE-4046-8671-2AEE7D44C353}" dt="2024-10-06T15:35:23.079" v="33"/>
          <pc:sldLayoutMkLst>
            <pc:docMk/>
            <pc:sldMasterMk cId="897359925" sldId="2147483988"/>
            <pc:sldLayoutMk cId="997708742" sldId="2147483989"/>
          </pc:sldLayoutMkLst>
        </pc:sldLayoutChg>
        <pc:sldLayoutChg chg="del">
          <pc:chgData name="HOOKE, Sara" userId="ae1720bc-5ac2-4085-af12-5e9690b9675b" providerId="ADAL" clId="{E544A32D-7DAE-4046-8671-2AEE7D44C353}" dt="2024-10-06T15:35:23.079" v="33"/>
          <pc:sldLayoutMkLst>
            <pc:docMk/>
            <pc:sldMasterMk cId="897359925" sldId="2147483988"/>
            <pc:sldLayoutMk cId="3559349783" sldId="2147483990"/>
          </pc:sldLayoutMkLst>
        </pc:sldLayoutChg>
      </pc:sldMasterChg>
      <pc:sldMasterChg chg="del delSldLayout">
        <pc:chgData name="HOOKE, Sara" userId="ae1720bc-5ac2-4085-af12-5e9690b9675b" providerId="ADAL" clId="{E544A32D-7DAE-4046-8671-2AEE7D44C353}" dt="2024-10-06T15:35:23.081" v="34"/>
        <pc:sldMasterMkLst>
          <pc:docMk/>
          <pc:sldMasterMk cId="3480729645" sldId="2147483991"/>
        </pc:sldMasterMkLst>
        <pc:sldLayoutChg chg="del">
          <pc:chgData name="HOOKE, Sara" userId="ae1720bc-5ac2-4085-af12-5e9690b9675b" providerId="ADAL" clId="{E544A32D-7DAE-4046-8671-2AEE7D44C353}" dt="2024-10-06T15:35:23.081" v="34"/>
          <pc:sldLayoutMkLst>
            <pc:docMk/>
            <pc:sldMasterMk cId="3480729645" sldId="2147483991"/>
            <pc:sldLayoutMk cId="1611052661" sldId="2147483992"/>
          </pc:sldLayoutMkLst>
        </pc:sldLayoutChg>
        <pc:sldLayoutChg chg="del">
          <pc:chgData name="HOOKE, Sara" userId="ae1720bc-5ac2-4085-af12-5e9690b9675b" providerId="ADAL" clId="{E544A32D-7DAE-4046-8671-2AEE7D44C353}" dt="2024-10-06T15:35:23.081" v="34"/>
          <pc:sldLayoutMkLst>
            <pc:docMk/>
            <pc:sldMasterMk cId="3480729645" sldId="2147483991"/>
            <pc:sldLayoutMk cId="3438238429" sldId="2147483993"/>
          </pc:sldLayoutMkLst>
        </pc:sldLayoutChg>
        <pc:sldLayoutChg chg="del">
          <pc:chgData name="HOOKE, Sara" userId="ae1720bc-5ac2-4085-af12-5e9690b9675b" providerId="ADAL" clId="{E544A32D-7DAE-4046-8671-2AEE7D44C353}" dt="2024-10-06T15:35:23.081" v="34"/>
          <pc:sldLayoutMkLst>
            <pc:docMk/>
            <pc:sldMasterMk cId="3480729645" sldId="2147483991"/>
            <pc:sldLayoutMk cId="116440444" sldId="2147483994"/>
          </pc:sldLayoutMkLst>
        </pc:sldLayoutChg>
        <pc:sldLayoutChg chg="del">
          <pc:chgData name="HOOKE, Sara" userId="ae1720bc-5ac2-4085-af12-5e9690b9675b" providerId="ADAL" clId="{E544A32D-7DAE-4046-8671-2AEE7D44C353}" dt="2024-10-06T15:35:23.081" v="34"/>
          <pc:sldLayoutMkLst>
            <pc:docMk/>
            <pc:sldMasterMk cId="3480729645" sldId="2147483991"/>
            <pc:sldLayoutMk cId="1828045037" sldId="2147483995"/>
          </pc:sldLayoutMkLst>
        </pc:sldLayoutChg>
        <pc:sldLayoutChg chg="del">
          <pc:chgData name="HOOKE, Sara" userId="ae1720bc-5ac2-4085-af12-5e9690b9675b" providerId="ADAL" clId="{E544A32D-7DAE-4046-8671-2AEE7D44C353}" dt="2024-10-06T15:35:23.081" v="34"/>
          <pc:sldLayoutMkLst>
            <pc:docMk/>
            <pc:sldMasterMk cId="3480729645" sldId="2147483991"/>
            <pc:sldLayoutMk cId="1824715463" sldId="2147483996"/>
          </pc:sldLayoutMkLst>
        </pc:sldLayoutChg>
        <pc:sldLayoutChg chg="del">
          <pc:chgData name="HOOKE, Sara" userId="ae1720bc-5ac2-4085-af12-5e9690b9675b" providerId="ADAL" clId="{E544A32D-7DAE-4046-8671-2AEE7D44C353}" dt="2024-10-06T15:35:23.081" v="34"/>
          <pc:sldLayoutMkLst>
            <pc:docMk/>
            <pc:sldMasterMk cId="3480729645" sldId="2147483991"/>
            <pc:sldLayoutMk cId="3744235044" sldId="2147483997"/>
          </pc:sldLayoutMkLst>
        </pc:sldLayoutChg>
        <pc:sldLayoutChg chg="del">
          <pc:chgData name="HOOKE, Sara" userId="ae1720bc-5ac2-4085-af12-5e9690b9675b" providerId="ADAL" clId="{E544A32D-7DAE-4046-8671-2AEE7D44C353}" dt="2024-10-06T15:35:23.081" v="34"/>
          <pc:sldLayoutMkLst>
            <pc:docMk/>
            <pc:sldMasterMk cId="3480729645" sldId="2147483991"/>
            <pc:sldLayoutMk cId="3609964345" sldId="2147483998"/>
          </pc:sldLayoutMkLst>
        </pc:sldLayoutChg>
      </pc:sldMasterChg>
      <pc:sldMasterChg chg="del delSldLayout">
        <pc:chgData name="HOOKE, Sara" userId="ae1720bc-5ac2-4085-af12-5e9690b9675b" providerId="ADAL" clId="{E544A32D-7DAE-4046-8671-2AEE7D44C353}" dt="2024-10-06T15:35:23.087" v="36"/>
        <pc:sldMasterMkLst>
          <pc:docMk/>
          <pc:sldMasterMk cId="1080727489" sldId="2147483999"/>
        </pc:sldMasterMkLst>
        <pc:sldLayoutChg chg="del">
          <pc:chgData name="HOOKE, Sara" userId="ae1720bc-5ac2-4085-af12-5e9690b9675b" providerId="ADAL" clId="{E544A32D-7DAE-4046-8671-2AEE7D44C353}" dt="2024-10-06T15:35:23.087" v="36"/>
          <pc:sldLayoutMkLst>
            <pc:docMk/>
            <pc:sldMasterMk cId="1080727489" sldId="2147483999"/>
            <pc:sldLayoutMk cId="951370922" sldId="2147484000"/>
          </pc:sldLayoutMkLst>
        </pc:sldLayoutChg>
        <pc:sldLayoutChg chg="del">
          <pc:chgData name="HOOKE, Sara" userId="ae1720bc-5ac2-4085-af12-5e9690b9675b" providerId="ADAL" clId="{E544A32D-7DAE-4046-8671-2AEE7D44C353}" dt="2024-10-06T15:35:23.087" v="36"/>
          <pc:sldLayoutMkLst>
            <pc:docMk/>
            <pc:sldMasterMk cId="1080727489" sldId="2147483999"/>
            <pc:sldLayoutMk cId="160724138" sldId="2147484003"/>
          </pc:sldLayoutMkLst>
        </pc:sldLayoutChg>
        <pc:sldLayoutChg chg="del">
          <pc:chgData name="HOOKE, Sara" userId="ae1720bc-5ac2-4085-af12-5e9690b9675b" providerId="ADAL" clId="{E544A32D-7DAE-4046-8671-2AEE7D44C353}" dt="2024-10-06T15:35:23.087" v="36"/>
          <pc:sldLayoutMkLst>
            <pc:docMk/>
            <pc:sldMasterMk cId="1080727489" sldId="2147483999"/>
            <pc:sldLayoutMk cId="1856641288" sldId="2147484004"/>
          </pc:sldLayoutMkLst>
        </pc:sldLayoutChg>
        <pc:sldLayoutChg chg="del">
          <pc:chgData name="HOOKE, Sara" userId="ae1720bc-5ac2-4085-af12-5e9690b9675b" providerId="ADAL" clId="{E544A32D-7DAE-4046-8671-2AEE7D44C353}" dt="2024-10-06T15:35:23.087" v="36"/>
          <pc:sldLayoutMkLst>
            <pc:docMk/>
            <pc:sldMasterMk cId="1080727489" sldId="2147483999"/>
            <pc:sldLayoutMk cId="3383364452" sldId="2147484005"/>
          </pc:sldLayoutMkLst>
        </pc:sldLayoutChg>
        <pc:sldLayoutChg chg="del">
          <pc:chgData name="HOOKE, Sara" userId="ae1720bc-5ac2-4085-af12-5e9690b9675b" providerId="ADAL" clId="{E544A32D-7DAE-4046-8671-2AEE7D44C353}" dt="2024-10-06T15:35:23.087" v="36"/>
          <pc:sldLayoutMkLst>
            <pc:docMk/>
            <pc:sldMasterMk cId="1080727489" sldId="2147483999"/>
            <pc:sldLayoutMk cId="770362982" sldId="2147484006"/>
          </pc:sldLayoutMkLst>
        </pc:sldLayoutChg>
        <pc:sldLayoutChg chg="del">
          <pc:chgData name="HOOKE, Sara" userId="ae1720bc-5ac2-4085-af12-5e9690b9675b" providerId="ADAL" clId="{E544A32D-7DAE-4046-8671-2AEE7D44C353}" dt="2024-10-06T15:35:23.087" v="36"/>
          <pc:sldLayoutMkLst>
            <pc:docMk/>
            <pc:sldMasterMk cId="1080727489" sldId="2147483999"/>
            <pc:sldLayoutMk cId="2440860540" sldId="2147484007"/>
          </pc:sldLayoutMkLst>
        </pc:sldLayoutChg>
        <pc:sldLayoutChg chg="del">
          <pc:chgData name="HOOKE, Sara" userId="ae1720bc-5ac2-4085-af12-5e9690b9675b" providerId="ADAL" clId="{E544A32D-7DAE-4046-8671-2AEE7D44C353}" dt="2024-10-06T15:35:23.087" v="36"/>
          <pc:sldLayoutMkLst>
            <pc:docMk/>
            <pc:sldMasterMk cId="1080727489" sldId="2147483999"/>
            <pc:sldLayoutMk cId="3911452460" sldId="2147484008"/>
          </pc:sldLayoutMkLst>
        </pc:sldLayoutChg>
      </pc:sldMasterChg>
      <pc:sldMasterChg chg="del delSldLayout">
        <pc:chgData name="HOOKE, Sara" userId="ae1720bc-5ac2-4085-af12-5e9690b9675b" providerId="ADAL" clId="{E544A32D-7DAE-4046-8671-2AEE7D44C353}" dt="2024-10-06T15:35:23.090" v="37"/>
        <pc:sldMasterMkLst>
          <pc:docMk/>
          <pc:sldMasterMk cId="1573059054" sldId="2147484001"/>
        </pc:sldMasterMkLst>
        <pc:sldLayoutChg chg="del">
          <pc:chgData name="HOOKE, Sara" userId="ae1720bc-5ac2-4085-af12-5e9690b9675b" providerId="ADAL" clId="{E544A32D-7DAE-4046-8671-2AEE7D44C353}" dt="2024-10-06T15:35:23.090" v="37"/>
          <pc:sldLayoutMkLst>
            <pc:docMk/>
            <pc:sldMasterMk cId="1573059054" sldId="2147484001"/>
            <pc:sldLayoutMk cId="666640885" sldId="2147484002"/>
          </pc:sldLayoutMkLst>
        </pc:sldLayoutChg>
        <pc:sldLayoutChg chg="del">
          <pc:chgData name="HOOKE, Sara" userId="ae1720bc-5ac2-4085-af12-5e9690b9675b" providerId="ADAL" clId="{E544A32D-7DAE-4046-8671-2AEE7D44C353}" dt="2024-10-06T15:35:23.090" v="37"/>
          <pc:sldLayoutMkLst>
            <pc:docMk/>
            <pc:sldMasterMk cId="1573059054" sldId="2147484001"/>
            <pc:sldLayoutMk cId="1020378612" sldId="2147484011"/>
          </pc:sldLayoutMkLst>
        </pc:sldLayoutChg>
        <pc:sldLayoutChg chg="del">
          <pc:chgData name="HOOKE, Sara" userId="ae1720bc-5ac2-4085-af12-5e9690b9675b" providerId="ADAL" clId="{E544A32D-7DAE-4046-8671-2AEE7D44C353}" dt="2024-10-06T15:35:23.090" v="37"/>
          <pc:sldLayoutMkLst>
            <pc:docMk/>
            <pc:sldMasterMk cId="1573059054" sldId="2147484001"/>
            <pc:sldLayoutMk cId="1515074257" sldId="2147484012"/>
          </pc:sldLayoutMkLst>
        </pc:sldLayoutChg>
        <pc:sldLayoutChg chg="del">
          <pc:chgData name="HOOKE, Sara" userId="ae1720bc-5ac2-4085-af12-5e9690b9675b" providerId="ADAL" clId="{E544A32D-7DAE-4046-8671-2AEE7D44C353}" dt="2024-10-06T15:35:23.090" v="37"/>
          <pc:sldLayoutMkLst>
            <pc:docMk/>
            <pc:sldMasterMk cId="1573059054" sldId="2147484001"/>
            <pc:sldLayoutMk cId="262399933" sldId="2147484013"/>
          </pc:sldLayoutMkLst>
        </pc:sldLayoutChg>
        <pc:sldLayoutChg chg="del">
          <pc:chgData name="HOOKE, Sara" userId="ae1720bc-5ac2-4085-af12-5e9690b9675b" providerId="ADAL" clId="{E544A32D-7DAE-4046-8671-2AEE7D44C353}" dt="2024-10-06T15:35:23.090" v="37"/>
          <pc:sldLayoutMkLst>
            <pc:docMk/>
            <pc:sldMasterMk cId="1573059054" sldId="2147484001"/>
            <pc:sldLayoutMk cId="3685639975" sldId="2147484014"/>
          </pc:sldLayoutMkLst>
        </pc:sldLayoutChg>
        <pc:sldLayoutChg chg="del">
          <pc:chgData name="HOOKE, Sara" userId="ae1720bc-5ac2-4085-af12-5e9690b9675b" providerId="ADAL" clId="{E544A32D-7DAE-4046-8671-2AEE7D44C353}" dt="2024-10-06T15:35:23.090" v="37"/>
          <pc:sldLayoutMkLst>
            <pc:docMk/>
            <pc:sldMasterMk cId="1573059054" sldId="2147484001"/>
            <pc:sldLayoutMk cId="1625461215" sldId="2147484015"/>
          </pc:sldLayoutMkLst>
        </pc:sldLayoutChg>
        <pc:sldLayoutChg chg="del">
          <pc:chgData name="HOOKE, Sara" userId="ae1720bc-5ac2-4085-af12-5e9690b9675b" providerId="ADAL" clId="{E544A32D-7DAE-4046-8671-2AEE7D44C353}" dt="2024-10-06T15:35:23.090" v="37"/>
          <pc:sldLayoutMkLst>
            <pc:docMk/>
            <pc:sldMasterMk cId="1573059054" sldId="2147484001"/>
            <pc:sldLayoutMk cId="3838855833" sldId="2147484016"/>
          </pc:sldLayoutMkLst>
        </pc:sldLayoutChg>
      </pc:sldMasterChg>
      <pc:sldMasterChg chg="del delSldLayout">
        <pc:chgData name="HOOKE, Sara" userId="ae1720bc-5ac2-4085-af12-5e9690b9675b" providerId="ADAL" clId="{E544A32D-7DAE-4046-8671-2AEE7D44C353}" dt="2024-10-06T15:35:23.093" v="38"/>
        <pc:sldMasterMkLst>
          <pc:docMk/>
          <pc:sldMasterMk cId="871648570" sldId="2147484009"/>
        </pc:sldMasterMkLst>
        <pc:sldLayoutChg chg="del">
          <pc:chgData name="HOOKE, Sara" userId="ae1720bc-5ac2-4085-af12-5e9690b9675b" providerId="ADAL" clId="{E544A32D-7DAE-4046-8671-2AEE7D44C353}" dt="2024-10-06T15:35:23.093" v="38"/>
          <pc:sldLayoutMkLst>
            <pc:docMk/>
            <pc:sldMasterMk cId="871648570" sldId="2147484009"/>
            <pc:sldLayoutMk cId="2210576065" sldId="2147484010"/>
          </pc:sldLayoutMkLst>
        </pc:sldLayoutChg>
        <pc:sldLayoutChg chg="del">
          <pc:chgData name="HOOKE, Sara" userId="ae1720bc-5ac2-4085-af12-5e9690b9675b" providerId="ADAL" clId="{E544A32D-7DAE-4046-8671-2AEE7D44C353}" dt="2024-10-06T15:35:23.093" v="38"/>
          <pc:sldLayoutMkLst>
            <pc:docMk/>
            <pc:sldMasterMk cId="871648570" sldId="2147484009"/>
            <pc:sldLayoutMk cId="1043915010" sldId="2147484019"/>
          </pc:sldLayoutMkLst>
        </pc:sldLayoutChg>
        <pc:sldLayoutChg chg="del">
          <pc:chgData name="HOOKE, Sara" userId="ae1720bc-5ac2-4085-af12-5e9690b9675b" providerId="ADAL" clId="{E544A32D-7DAE-4046-8671-2AEE7D44C353}" dt="2024-10-06T15:35:23.093" v="38"/>
          <pc:sldLayoutMkLst>
            <pc:docMk/>
            <pc:sldMasterMk cId="871648570" sldId="2147484009"/>
            <pc:sldLayoutMk cId="1452216020" sldId="2147484020"/>
          </pc:sldLayoutMkLst>
        </pc:sldLayoutChg>
        <pc:sldLayoutChg chg="del">
          <pc:chgData name="HOOKE, Sara" userId="ae1720bc-5ac2-4085-af12-5e9690b9675b" providerId="ADAL" clId="{E544A32D-7DAE-4046-8671-2AEE7D44C353}" dt="2024-10-06T15:35:23.093" v="38"/>
          <pc:sldLayoutMkLst>
            <pc:docMk/>
            <pc:sldMasterMk cId="871648570" sldId="2147484009"/>
            <pc:sldLayoutMk cId="540271585" sldId="2147484021"/>
          </pc:sldLayoutMkLst>
        </pc:sldLayoutChg>
        <pc:sldLayoutChg chg="del">
          <pc:chgData name="HOOKE, Sara" userId="ae1720bc-5ac2-4085-af12-5e9690b9675b" providerId="ADAL" clId="{E544A32D-7DAE-4046-8671-2AEE7D44C353}" dt="2024-10-06T15:35:23.093" v="38"/>
          <pc:sldLayoutMkLst>
            <pc:docMk/>
            <pc:sldMasterMk cId="871648570" sldId="2147484009"/>
            <pc:sldLayoutMk cId="1844113286" sldId="2147484022"/>
          </pc:sldLayoutMkLst>
        </pc:sldLayoutChg>
        <pc:sldLayoutChg chg="del">
          <pc:chgData name="HOOKE, Sara" userId="ae1720bc-5ac2-4085-af12-5e9690b9675b" providerId="ADAL" clId="{E544A32D-7DAE-4046-8671-2AEE7D44C353}" dt="2024-10-06T15:35:23.093" v="38"/>
          <pc:sldLayoutMkLst>
            <pc:docMk/>
            <pc:sldMasterMk cId="871648570" sldId="2147484009"/>
            <pc:sldLayoutMk cId="2796955324" sldId="2147484023"/>
          </pc:sldLayoutMkLst>
        </pc:sldLayoutChg>
        <pc:sldLayoutChg chg="del">
          <pc:chgData name="HOOKE, Sara" userId="ae1720bc-5ac2-4085-af12-5e9690b9675b" providerId="ADAL" clId="{E544A32D-7DAE-4046-8671-2AEE7D44C353}" dt="2024-10-06T15:35:23.093" v="38"/>
          <pc:sldLayoutMkLst>
            <pc:docMk/>
            <pc:sldMasterMk cId="871648570" sldId="2147484009"/>
            <pc:sldLayoutMk cId="2384693015" sldId="2147484024"/>
          </pc:sldLayoutMkLst>
        </pc:sldLayoutChg>
      </pc:sldMasterChg>
      <pc:sldMasterChg chg="del delSldLayout">
        <pc:chgData name="HOOKE, Sara" userId="ae1720bc-5ac2-4085-af12-5e9690b9675b" providerId="ADAL" clId="{E544A32D-7DAE-4046-8671-2AEE7D44C353}" dt="2024-10-06T15:35:23.097" v="39"/>
        <pc:sldMasterMkLst>
          <pc:docMk/>
          <pc:sldMasterMk cId="4038902200" sldId="2147484017"/>
        </pc:sldMasterMkLst>
        <pc:sldLayoutChg chg="del">
          <pc:chgData name="HOOKE, Sara" userId="ae1720bc-5ac2-4085-af12-5e9690b9675b" providerId="ADAL" clId="{E544A32D-7DAE-4046-8671-2AEE7D44C353}" dt="2024-10-06T15:35:23.097" v="39"/>
          <pc:sldLayoutMkLst>
            <pc:docMk/>
            <pc:sldMasterMk cId="4038902200" sldId="2147484017"/>
            <pc:sldLayoutMk cId="3817376969" sldId="2147484018"/>
          </pc:sldLayoutMkLst>
        </pc:sldLayoutChg>
        <pc:sldLayoutChg chg="del">
          <pc:chgData name="HOOKE, Sara" userId="ae1720bc-5ac2-4085-af12-5e9690b9675b" providerId="ADAL" clId="{E544A32D-7DAE-4046-8671-2AEE7D44C353}" dt="2024-10-06T15:35:23.097" v="39"/>
          <pc:sldLayoutMkLst>
            <pc:docMk/>
            <pc:sldMasterMk cId="4038902200" sldId="2147484017"/>
            <pc:sldLayoutMk cId="734603551" sldId="2147484027"/>
          </pc:sldLayoutMkLst>
        </pc:sldLayoutChg>
        <pc:sldLayoutChg chg="del">
          <pc:chgData name="HOOKE, Sara" userId="ae1720bc-5ac2-4085-af12-5e9690b9675b" providerId="ADAL" clId="{E544A32D-7DAE-4046-8671-2AEE7D44C353}" dt="2024-10-06T15:35:23.097" v="39"/>
          <pc:sldLayoutMkLst>
            <pc:docMk/>
            <pc:sldMasterMk cId="4038902200" sldId="2147484017"/>
            <pc:sldLayoutMk cId="949044279" sldId="2147484028"/>
          </pc:sldLayoutMkLst>
        </pc:sldLayoutChg>
        <pc:sldLayoutChg chg="del">
          <pc:chgData name="HOOKE, Sara" userId="ae1720bc-5ac2-4085-af12-5e9690b9675b" providerId="ADAL" clId="{E544A32D-7DAE-4046-8671-2AEE7D44C353}" dt="2024-10-06T15:35:23.097" v="39"/>
          <pc:sldLayoutMkLst>
            <pc:docMk/>
            <pc:sldMasterMk cId="4038902200" sldId="2147484017"/>
            <pc:sldLayoutMk cId="702378194" sldId="2147484030"/>
          </pc:sldLayoutMkLst>
        </pc:sldLayoutChg>
      </pc:sldMasterChg>
      <pc:sldMasterChg chg="del delSldLayout">
        <pc:chgData name="HOOKE, Sara" userId="ae1720bc-5ac2-4085-af12-5e9690b9675b" providerId="ADAL" clId="{E544A32D-7DAE-4046-8671-2AEE7D44C353}" dt="2024-10-06T15:35:23.101" v="40"/>
        <pc:sldMasterMkLst>
          <pc:docMk/>
          <pc:sldMasterMk cId="993402785" sldId="2147484025"/>
        </pc:sldMasterMkLst>
        <pc:sldLayoutChg chg="del">
          <pc:chgData name="HOOKE, Sara" userId="ae1720bc-5ac2-4085-af12-5e9690b9675b" providerId="ADAL" clId="{E544A32D-7DAE-4046-8671-2AEE7D44C353}" dt="2024-10-06T15:35:23.101" v="40"/>
          <pc:sldLayoutMkLst>
            <pc:docMk/>
            <pc:sldMasterMk cId="993402785" sldId="2147484025"/>
            <pc:sldLayoutMk cId="4077906607" sldId="2147484026"/>
          </pc:sldLayoutMkLst>
        </pc:sldLayoutChg>
        <pc:sldLayoutChg chg="del">
          <pc:chgData name="HOOKE, Sara" userId="ae1720bc-5ac2-4085-af12-5e9690b9675b" providerId="ADAL" clId="{E544A32D-7DAE-4046-8671-2AEE7D44C353}" dt="2024-10-06T15:35:23.101" v="40"/>
          <pc:sldLayoutMkLst>
            <pc:docMk/>
            <pc:sldMasterMk cId="993402785" sldId="2147484025"/>
            <pc:sldLayoutMk cId="3243866680" sldId="2147484033"/>
          </pc:sldLayoutMkLst>
        </pc:sldLayoutChg>
        <pc:sldLayoutChg chg="del">
          <pc:chgData name="HOOKE, Sara" userId="ae1720bc-5ac2-4085-af12-5e9690b9675b" providerId="ADAL" clId="{E544A32D-7DAE-4046-8671-2AEE7D44C353}" dt="2024-10-06T15:35:23.101" v="40"/>
          <pc:sldLayoutMkLst>
            <pc:docMk/>
            <pc:sldMasterMk cId="993402785" sldId="2147484025"/>
            <pc:sldLayoutMk cId="3596789411" sldId="2147484034"/>
          </pc:sldLayoutMkLst>
        </pc:sldLayoutChg>
        <pc:sldLayoutChg chg="del">
          <pc:chgData name="HOOKE, Sara" userId="ae1720bc-5ac2-4085-af12-5e9690b9675b" providerId="ADAL" clId="{E544A32D-7DAE-4046-8671-2AEE7D44C353}" dt="2024-10-06T15:35:23.101" v="40"/>
          <pc:sldLayoutMkLst>
            <pc:docMk/>
            <pc:sldMasterMk cId="993402785" sldId="2147484025"/>
            <pc:sldLayoutMk cId="1909361629" sldId="2147484035"/>
          </pc:sldLayoutMkLst>
        </pc:sldLayoutChg>
        <pc:sldLayoutChg chg="del">
          <pc:chgData name="HOOKE, Sara" userId="ae1720bc-5ac2-4085-af12-5e9690b9675b" providerId="ADAL" clId="{E544A32D-7DAE-4046-8671-2AEE7D44C353}" dt="2024-10-06T15:35:23.101" v="40"/>
          <pc:sldLayoutMkLst>
            <pc:docMk/>
            <pc:sldMasterMk cId="993402785" sldId="2147484025"/>
            <pc:sldLayoutMk cId="3000959603" sldId="2147484036"/>
          </pc:sldLayoutMkLst>
        </pc:sldLayoutChg>
        <pc:sldLayoutChg chg="del">
          <pc:chgData name="HOOKE, Sara" userId="ae1720bc-5ac2-4085-af12-5e9690b9675b" providerId="ADAL" clId="{E544A32D-7DAE-4046-8671-2AEE7D44C353}" dt="2024-10-06T15:35:23.101" v="40"/>
          <pc:sldLayoutMkLst>
            <pc:docMk/>
            <pc:sldMasterMk cId="993402785" sldId="2147484025"/>
            <pc:sldLayoutMk cId="3075804589" sldId="2147484037"/>
          </pc:sldLayoutMkLst>
        </pc:sldLayoutChg>
      </pc:sldMasterChg>
      <pc:sldMasterChg chg="del delSldLayout">
        <pc:chgData name="HOOKE, Sara" userId="ae1720bc-5ac2-4085-af12-5e9690b9675b" providerId="ADAL" clId="{E544A32D-7DAE-4046-8671-2AEE7D44C353}" dt="2024-10-06T15:35:23.109" v="42"/>
        <pc:sldMasterMkLst>
          <pc:docMk/>
          <pc:sldMasterMk cId="3920352610" sldId="2147484031"/>
        </pc:sldMasterMkLst>
        <pc:sldLayoutChg chg="del">
          <pc:chgData name="HOOKE, Sara" userId="ae1720bc-5ac2-4085-af12-5e9690b9675b" providerId="ADAL" clId="{E544A32D-7DAE-4046-8671-2AEE7D44C353}" dt="2024-10-06T15:35:23.109" v="42"/>
          <pc:sldLayoutMkLst>
            <pc:docMk/>
            <pc:sldMasterMk cId="3920352610" sldId="2147484031"/>
            <pc:sldLayoutMk cId="2884988961" sldId="2147484032"/>
          </pc:sldLayoutMkLst>
        </pc:sldLayoutChg>
      </pc:sldMasterChg>
      <pc:sldMasterChg chg="del delSldLayout">
        <pc:chgData name="HOOKE, Sara" userId="ae1720bc-5ac2-4085-af12-5e9690b9675b" providerId="ADAL" clId="{E544A32D-7DAE-4046-8671-2AEE7D44C353}" dt="2024-10-06T15:35:23.104" v="41"/>
        <pc:sldMasterMkLst>
          <pc:docMk/>
          <pc:sldMasterMk cId="4202415517" sldId="2147484038"/>
        </pc:sldMasterMkLst>
        <pc:sldLayoutChg chg="del">
          <pc:chgData name="HOOKE, Sara" userId="ae1720bc-5ac2-4085-af12-5e9690b9675b" providerId="ADAL" clId="{E544A32D-7DAE-4046-8671-2AEE7D44C353}" dt="2024-10-06T15:35:23.104" v="41"/>
          <pc:sldLayoutMkLst>
            <pc:docMk/>
            <pc:sldMasterMk cId="4202415517" sldId="2147484038"/>
            <pc:sldLayoutMk cId="1629903633" sldId="2147484039"/>
          </pc:sldLayoutMkLst>
        </pc:sldLayoutChg>
        <pc:sldLayoutChg chg="del">
          <pc:chgData name="HOOKE, Sara" userId="ae1720bc-5ac2-4085-af12-5e9690b9675b" providerId="ADAL" clId="{E544A32D-7DAE-4046-8671-2AEE7D44C353}" dt="2024-10-06T15:35:23.104" v="41"/>
          <pc:sldLayoutMkLst>
            <pc:docMk/>
            <pc:sldMasterMk cId="4202415517" sldId="2147484038"/>
            <pc:sldLayoutMk cId="975846598" sldId="2147484040"/>
          </pc:sldLayoutMkLst>
        </pc:sldLayoutChg>
        <pc:sldLayoutChg chg="del">
          <pc:chgData name="HOOKE, Sara" userId="ae1720bc-5ac2-4085-af12-5e9690b9675b" providerId="ADAL" clId="{E544A32D-7DAE-4046-8671-2AEE7D44C353}" dt="2024-10-06T15:35:23.104" v="41"/>
          <pc:sldLayoutMkLst>
            <pc:docMk/>
            <pc:sldMasterMk cId="4202415517" sldId="2147484038"/>
            <pc:sldLayoutMk cId="449197752" sldId="2147484041"/>
          </pc:sldLayoutMkLst>
        </pc:sldLayoutChg>
        <pc:sldLayoutChg chg="del">
          <pc:chgData name="HOOKE, Sara" userId="ae1720bc-5ac2-4085-af12-5e9690b9675b" providerId="ADAL" clId="{E544A32D-7DAE-4046-8671-2AEE7D44C353}" dt="2024-10-06T15:35:23.104" v="41"/>
          <pc:sldLayoutMkLst>
            <pc:docMk/>
            <pc:sldMasterMk cId="4202415517" sldId="2147484038"/>
            <pc:sldLayoutMk cId="3898553254" sldId="2147484042"/>
          </pc:sldLayoutMkLst>
        </pc:sldLayoutChg>
        <pc:sldLayoutChg chg="del">
          <pc:chgData name="HOOKE, Sara" userId="ae1720bc-5ac2-4085-af12-5e9690b9675b" providerId="ADAL" clId="{E544A32D-7DAE-4046-8671-2AEE7D44C353}" dt="2024-10-06T15:35:23.104" v="41"/>
          <pc:sldLayoutMkLst>
            <pc:docMk/>
            <pc:sldMasterMk cId="4202415517" sldId="2147484038"/>
            <pc:sldLayoutMk cId="2265950763" sldId="2147484044"/>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EBC71A-9C5D-9A2C-A15F-A5400CDA4E18}"/>
              </a:ext>
            </a:extLst>
          </p:cNvPr>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46AFF51-F9E0-DB97-945D-6FE4E10A80CA}"/>
              </a:ext>
            </a:extLst>
          </p:cNvPr>
          <p:cNvSpPr>
            <a:spLocks noGrp="1"/>
          </p:cNvSpPr>
          <p:nvPr>
            <p:ph type="dt" sz="quarter" idx="1"/>
          </p:nvPr>
        </p:nvSpPr>
        <p:spPr>
          <a:xfrm>
            <a:off x="3851342" y="0"/>
            <a:ext cx="2946347" cy="498215"/>
          </a:xfrm>
          <a:prstGeom prst="rect">
            <a:avLst/>
          </a:prstGeom>
        </p:spPr>
        <p:txBody>
          <a:bodyPr vert="horz" lIns="91440" tIns="45720" rIns="91440" bIns="45720" rtlCol="0"/>
          <a:lstStyle>
            <a:lvl1pPr algn="r">
              <a:defRPr sz="1200"/>
            </a:lvl1pPr>
          </a:lstStyle>
          <a:p>
            <a:fld id="{E3A45EEF-DD1A-8742-8830-9AF8C51014E5}" type="datetimeFigureOut">
              <a:rPr lang="en-US" smtClean="0"/>
              <a:t>10/9/2024</a:t>
            </a:fld>
            <a:endParaRPr lang="en-US"/>
          </a:p>
        </p:txBody>
      </p:sp>
      <p:sp>
        <p:nvSpPr>
          <p:cNvPr id="4" name="Footer Placeholder 3">
            <a:extLst>
              <a:ext uri="{FF2B5EF4-FFF2-40B4-BE49-F238E27FC236}">
                <a16:creationId xmlns:a16="http://schemas.microsoft.com/office/drawing/2014/main" id="{37F16389-CE81-4455-5554-98F2CEFAB4A8}"/>
              </a:ext>
            </a:extLst>
          </p:cNvPr>
          <p:cNvSpPr>
            <a:spLocks noGrp="1"/>
          </p:cNvSpPr>
          <p:nvPr>
            <p:ph type="ftr" sz="quarter" idx="2"/>
          </p:nvPr>
        </p:nvSpPr>
        <p:spPr>
          <a:xfrm>
            <a:off x="0" y="9431600"/>
            <a:ext cx="2946347" cy="49821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74086A6-B781-4E85-4B21-CCF7D1EE9467}"/>
              </a:ext>
            </a:extLst>
          </p:cNvPr>
          <p:cNvSpPr>
            <a:spLocks noGrp="1"/>
          </p:cNvSpPr>
          <p:nvPr>
            <p:ph type="sldNum" sz="quarter" idx="3"/>
          </p:nvPr>
        </p:nvSpPr>
        <p:spPr>
          <a:xfrm>
            <a:off x="3851342" y="9431600"/>
            <a:ext cx="2946347" cy="498214"/>
          </a:xfrm>
          <a:prstGeom prst="rect">
            <a:avLst/>
          </a:prstGeom>
        </p:spPr>
        <p:txBody>
          <a:bodyPr vert="horz" lIns="91440" tIns="45720" rIns="91440" bIns="45720" rtlCol="0" anchor="b"/>
          <a:lstStyle>
            <a:lvl1pPr algn="r">
              <a:defRPr sz="1200"/>
            </a:lvl1pPr>
          </a:lstStyle>
          <a:p>
            <a:fld id="{96219E5A-4CF6-0C47-9D09-B43E5FC27C68}" type="slidenum">
              <a:rPr lang="en-US" smtClean="0"/>
              <a:t>‹#›</a:t>
            </a:fld>
            <a:endParaRPr lang="en-US"/>
          </a:p>
        </p:txBody>
      </p:sp>
    </p:spTree>
    <p:extLst>
      <p:ext uri="{BB962C8B-B14F-4D97-AF65-F5344CB8AC3E}">
        <p14:creationId xmlns:p14="http://schemas.microsoft.com/office/powerpoint/2010/main" val="32102730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1342" y="0"/>
            <a:ext cx="2946347" cy="498215"/>
          </a:xfrm>
          <a:prstGeom prst="rect">
            <a:avLst/>
          </a:prstGeom>
        </p:spPr>
        <p:txBody>
          <a:bodyPr vert="horz" lIns="91440" tIns="45720" rIns="91440" bIns="45720" rtlCol="0"/>
          <a:lstStyle>
            <a:lvl1pPr algn="r">
              <a:defRPr sz="1200"/>
            </a:lvl1pPr>
          </a:lstStyle>
          <a:p>
            <a:fld id="{DDE7B709-C50D-054B-BDEF-61F28AB73951}" type="datetimeFigureOut">
              <a:rPr lang="en-US" smtClean="0"/>
              <a:t>10/9/2024</a:t>
            </a:fld>
            <a:endParaRPr lang="en-US"/>
          </a:p>
        </p:txBody>
      </p:sp>
      <p:sp>
        <p:nvSpPr>
          <p:cNvPr id="4" name="Slide Image Placeholder 3"/>
          <p:cNvSpPr>
            <a:spLocks noGrp="1" noRot="1" noChangeAspect="1"/>
          </p:cNvSpPr>
          <p:nvPr>
            <p:ph type="sldImg" idx="2"/>
          </p:nvPr>
        </p:nvSpPr>
        <p:spPr>
          <a:xfrm>
            <a:off x="422275" y="1241425"/>
            <a:ext cx="5954713" cy="33512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927" y="4778722"/>
            <a:ext cx="5439410" cy="3909864"/>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431600"/>
            <a:ext cx="2946347" cy="49821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1342" y="9431600"/>
            <a:ext cx="2946347" cy="498214"/>
          </a:xfrm>
          <a:prstGeom prst="rect">
            <a:avLst/>
          </a:prstGeom>
        </p:spPr>
        <p:txBody>
          <a:bodyPr vert="horz" lIns="91440" tIns="45720" rIns="91440" bIns="45720" rtlCol="0" anchor="b"/>
          <a:lstStyle>
            <a:lvl1pPr algn="r">
              <a:defRPr sz="1200"/>
            </a:lvl1pPr>
          </a:lstStyle>
          <a:p>
            <a:fld id="{51D890D9-946C-F447-A007-CD62FC879AC5}" type="slidenum">
              <a:rPr lang="en-US" smtClean="0"/>
              <a:t>‹#›</a:t>
            </a:fld>
            <a:endParaRPr lang="en-US"/>
          </a:p>
        </p:txBody>
      </p:sp>
    </p:spTree>
    <p:extLst>
      <p:ext uri="{BB962C8B-B14F-4D97-AF65-F5344CB8AC3E}">
        <p14:creationId xmlns:p14="http://schemas.microsoft.com/office/powerpoint/2010/main" val="3030476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doi.org/10.1177/0018726702551004"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en.wikipedia.org/wiki/Hofstede%27s_cultural_dimensions_theory"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1</a:t>
            </a:fld>
            <a:endParaRPr lang="en-US"/>
          </a:p>
        </p:txBody>
      </p:sp>
    </p:spTree>
    <p:extLst>
      <p:ext uri="{BB962C8B-B14F-4D97-AF65-F5344CB8AC3E}">
        <p14:creationId xmlns:p14="http://schemas.microsoft.com/office/powerpoint/2010/main" val="140853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2</a:t>
            </a:fld>
            <a:endParaRPr lang="en-US"/>
          </a:p>
        </p:txBody>
      </p:sp>
    </p:spTree>
    <p:extLst>
      <p:ext uri="{BB962C8B-B14F-4D97-AF65-F5344CB8AC3E}">
        <p14:creationId xmlns:p14="http://schemas.microsoft.com/office/powerpoint/2010/main" val="2071162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3</a:t>
            </a:fld>
            <a:endParaRPr lang="en-US"/>
          </a:p>
        </p:txBody>
      </p:sp>
    </p:spTree>
    <p:extLst>
      <p:ext uri="{BB962C8B-B14F-4D97-AF65-F5344CB8AC3E}">
        <p14:creationId xmlns:p14="http://schemas.microsoft.com/office/powerpoint/2010/main" val="2906976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4</a:t>
            </a:fld>
            <a:endParaRPr lang="en-US"/>
          </a:p>
        </p:txBody>
      </p:sp>
    </p:spTree>
    <p:extLst>
      <p:ext uri="{BB962C8B-B14F-4D97-AF65-F5344CB8AC3E}">
        <p14:creationId xmlns:p14="http://schemas.microsoft.com/office/powerpoint/2010/main" val="3314269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6</a:t>
            </a:fld>
            <a:endParaRPr lang="en-US"/>
          </a:p>
        </p:txBody>
      </p:sp>
    </p:spTree>
    <p:extLst>
      <p:ext uri="{BB962C8B-B14F-4D97-AF65-F5344CB8AC3E}">
        <p14:creationId xmlns:p14="http://schemas.microsoft.com/office/powerpoint/2010/main" val="352577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lens through which we view the world based on our own societal norms, our values and traditions</a:t>
            </a:r>
          </a:p>
          <a:p>
            <a:r>
              <a:rPr lang="en-GB" dirty="0"/>
              <a:t>The invisible backpack</a:t>
            </a:r>
          </a:p>
          <a:p>
            <a:r>
              <a:rPr lang="en-GB" dirty="0"/>
              <a:t>‘Ranks what’s important’- set different priorities</a:t>
            </a:r>
          </a:p>
          <a:p>
            <a:r>
              <a:rPr lang="en-GB" dirty="0"/>
              <a:t>This all depends on the culture we have grown up in- what we have learnt from parents, grandparents, teachers etc</a:t>
            </a:r>
          </a:p>
          <a:p>
            <a:r>
              <a:rPr lang="en-GB" dirty="0"/>
              <a:t>And that dictates how we behave, how we act and how we react.</a:t>
            </a:r>
          </a:p>
          <a:p>
            <a:r>
              <a:rPr lang="en-GB" dirty="0"/>
              <a:t>Bikini beach example</a:t>
            </a:r>
          </a:p>
        </p:txBody>
      </p:sp>
      <p:sp>
        <p:nvSpPr>
          <p:cNvPr id="4" name="Slide Number Placeholder 3"/>
          <p:cNvSpPr>
            <a:spLocks noGrp="1"/>
          </p:cNvSpPr>
          <p:nvPr>
            <p:ph type="sldNum" sz="quarter" idx="5"/>
          </p:nvPr>
        </p:nvSpPr>
        <p:spPr/>
        <p:txBody>
          <a:bodyPr/>
          <a:lstStyle/>
          <a:p>
            <a:fld id="{51D890D9-946C-F447-A007-CD62FC879AC5}" type="slidenum">
              <a:rPr lang="en-US" smtClean="0"/>
              <a:t>7</a:t>
            </a:fld>
            <a:endParaRPr lang="en-US"/>
          </a:p>
        </p:txBody>
      </p:sp>
    </p:spTree>
    <p:extLst>
      <p:ext uri="{BB962C8B-B14F-4D97-AF65-F5344CB8AC3E}">
        <p14:creationId xmlns:p14="http://schemas.microsoft.com/office/powerpoint/2010/main" val="27414020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Culture = Behaviour= manner of conducting oneself</a:t>
            </a:r>
          </a:p>
          <a:p>
            <a:endParaRPr lang="en-GB" dirty="0"/>
          </a:p>
          <a:p>
            <a:r>
              <a:rPr lang="en-GB" dirty="0"/>
              <a:t>Look at these pictures</a:t>
            </a:r>
          </a:p>
          <a:p>
            <a:endParaRPr lang="en-GB" dirty="0"/>
          </a:p>
          <a:p>
            <a:r>
              <a:rPr lang="en-GB" dirty="0"/>
              <a:t>What is the difference?</a:t>
            </a:r>
          </a:p>
          <a:p>
            <a:r>
              <a:rPr lang="en-GB" dirty="0"/>
              <a:t>Formal/ informal</a:t>
            </a:r>
          </a:p>
          <a:p>
            <a:r>
              <a:rPr lang="en-GB" dirty="0"/>
              <a:t>Client meeting</a:t>
            </a:r>
          </a:p>
          <a:p>
            <a:r>
              <a:rPr lang="en-GB" dirty="0"/>
              <a:t>In the office- who is the boss?</a:t>
            </a:r>
          </a:p>
          <a:p>
            <a:endParaRPr lang="en-GB" dirty="0"/>
          </a:p>
          <a:p>
            <a:r>
              <a:rPr lang="en-GB" dirty="0"/>
              <a:t>This is what we are going to learn about today</a:t>
            </a:r>
          </a:p>
        </p:txBody>
      </p:sp>
      <p:sp>
        <p:nvSpPr>
          <p:cNvPr id="4" name="Slide Number Placeholder 3"/>
          <p:cNvSpPr>
            <a:spLocks noGrp="1"/>
          </p:cNvSpPr>
          <p:nvPr>
            <p:ph type="sldNum" sz="quarter" idx="5"/>
          </p:nvPr>
        </p:nvSpPr>
        <p:spPr/>
        <p:txBody>
          <a:bodyPr/>
          <a:lstStyle/>
          <a:p>
            <a:fld id="{51D890D9-946C-F447-A007-CD62FC879AC5}" type="slidenum">
              <a:rPr lang="en-US" smtClean="0"/>
              <a:t>8</a:t>
            </a:fld>
            <a:endParaRPr lang="en-US"/>
          </a:p>
        </p:txBody>
      </p:sp>
    </p:spTree>
    <p:extLst>
      <p:ext uri="{BB962C8B-B14F-4D97-AF65-F5344CB8AC3E}">
        <p14:creationId xmlns:p14="http://schemas.microsoft.com/office/powerpoint/2010/main" val="3890760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9</a:t>
            </a:fld>
            <a:endParaRPr lang="en-US"/>
          </a:p>
        </p:txBody>
      </p:sp>
    </p:spTree>
    <p:extLst>
      <p:ext uri="{BB962C8B-B14F-4D97-AF65-F5344CB8AC3E}">
        <p14:creationId xmlns:p14="http://schemas.microsoft.com/office/powerpoint/2010/main" val="1269107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10</a:t>
            </a:fld>
            <a:endParaRPr lang="en-US"/>
          </a:p>
        </p:txBody>
      </p:sp>
    </p:spTree>
    <p:extLst>
      <p:ext uri="{BB962C8B-B14F-4D97-AF65-F5344CB8AC3E}">
        <p14:creationId xmlns:p14="http://schemas.microsoft.com/office/powerpoint/2010/main" val="22548204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11</a:t>
            </a:fld>
            <a:endParaRPr lang="en-US"/>
          </a:p>
        </p:txBody>
      </p:sp>
    </p:spTree>
    <p:extLst>
      <p:ext uri="{BB962C8B-B14F-4D97-AF65-F5344CB8AC3E}">
        <p14:creationId xmlns:p14="http://schemas.microsoft.com/office/powerpoint/2010/main" val="883191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Cultural differences are visible Even from our first interaction. Our behaviour when we first meeting someone can have a great impact on our relationship with them going forward.</a:t>
            </a:r>
          </a:p>
        </p:txBody>
      </p:sp>
      <p:sp>
        <p:nvSpPr>
          <p:cNvPr id="4" name="Slide Number Placeholder 3"/>
          <p:cNvSpPr>
            <a:spLocks noGrp="1"/>
          </p:cNvSpPr>
          <p:nvPr>
            <p:ph type="sldNum" sz="quarter" idx="5"/>
          </p:nvPr>
        </p:nvSpPr>
        <p:spPr/>
        <p:txBody>
          <a:bodyPr/>
          <a:lstStyle/>
          <a:p>
            <a:fld id="{51D890D9-946C-F447-A007-CD62FC879AC5}" type="slidenum">
              <a:rPr lang="en-US" smtClean="0"/>
              <a:t>12</a:t>
            </a:fld>
            <a:endParaRPr lang="en-US"/>
          </a:p>
        </p:txBody>
      </p:sp>
    </p:spTree>
    <p:extLst>
      <p:ext uri="{BB962C8B-B14F-4D97-AF65-F5344CB8AC3E}">
        <p14:creationId xmlns:p14="http://schemas.microsoft.com/office/powerpoint/2010/main" val="18154316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202122"/>
                </a:solidFill>
                <a:effectLst/>
                <a:latin typeface="Arial" panose="020B0604020202020204" pitchFamily="34" charset="0"/>
              </a:rPr>
              <a:t>Hofstede's cultural dimensions theory</a:t>
            </a:r>
            <a:r>
              <a:rPr lang="en-US" b="0" i="0" dirty="0">
                <a:solidFill>
                  <a:srgbClr val="202122"/>
                </a:solidFill>
                <a:effectLst/>
                <a:latin typeface="Arial" panose="020B0604020202020204" pitchFamily="34" charset="0"/>
              </a:rPr>
              <a:t> is a framework for </a:t>
            </a:r>
            <a:r>
              <a:rPr lang="en-US" b="0" i="0" u="none" strike="noStrike" dirty="0">
                <a:solidFill>
                  <a:srgbClr val="3366CC"/>
                </a:solidFill>
                <a:effectLst/>
                <a:latin typeface="Arial" panose="020B0604020202020204" pitchFamily="34" charset="0"/>
              </a:rPr>
              <a:t>cross-cultural psychology</a:t>
            </a:r>
            <a:r>
              <a:rPr lang="en-US" b="0" i="0" dirty="0">
                <a:solidFill>
                  <a:srgbClr val="202122"/>
                </a:solidFill>
                <a:effectLst/>
                <a:latin typeface="Arial" panose="020B0604020202020204" pitchFamily="34" charset="0"/>
              </a:rPr>
              <a:t>, developed by </a:t>
            </a:r>
            <a:r>
              <a:rPr lang="en-US" b="0" i="0" u="none" strike="noStrike" dirty="0">
                <a:solidFill>
                  <a:srgbClr val="3366CC"/>
                </a:solidFill>
                <a:effectLst/>
                <a:latin typeface="Arial" panose="020B0604020202020204" pitchFamily="34" charset="0"/>
              </a:rPr>
              <a:t>Geert Hofstede</a:t>
            </a:r>
            <a:r>
              <a:rPr lang="en-US" b="0" i="0" u="none" strike="noStrike" dirty="0">
                <a:solidFill>
                  <a:srgbClr val="202122"/>
                </a:solidFill>
                <a:effectLst/>
                <a:latin typeface="Arial" panose="020B0604020202020204" pitchFamily="34" charset="0"/>
              </a:rPr>
              <a:t>.</a:t>
            </a:r>
            <a:r>
              <a:rPr lang="en-US" b="0" i="0" dirty="0">
                <a:solidFill>
                  <a:srgbClr val="202122"/>
                </a:solidFill>
                <a:effectLst/>
                <a:latin typeface="Arial" panose="020B0604020202020204" pitchFamily="34" charset="0"/>
              </a:rPr>
              <a:t> </a:t>
            </a:r>
            <a:r>
              <a:rPr lang="en-US" b="1" i="0" dirty="0">
                <a:solidFill>
                  <a:srgbClr val="202122"/>
                </a:solidFill>
                <a:effectLst/>
                <a:latin typeface="Arial" panose="020B0604020202020204" pitchFamily="34" charset="0"/>
              </a:rPr>
              <a:t>It shows the effects of a society's </a:t>
            </a:r>
            <a:r>
              <a:rPr lang="en-US" b="1" i="0" u="none" strike="noStrike" dirty="0">
                <a:solidFill>
                  <a:srgbClr val="3366CC"/>
                </a:solidFill>
                <a:effectLst/>
                <a:latin typeface="Arial" panose="020B0604020202020204" pitchFamily="34" charset="0"/>
              </a:rPr>
              <a:t>culture</a:t>
            </a:r>
            <a:r>
              <a:rPr lang="en-US" b="1" i="0" dirty="0">
                <a:solidFill>
                  <a:srgbClr val="202122"/>
                </a:solidFill>
                <a:effectLst/>
                <a:latin typeface="Arial" panose="020B0604020202020204" pitchFamily="34" charset="0"/>
              </a:rPr>
              <a:t> on the </a:t>
            </a:r>
            <a:r>
              <a:rPr lang="en-US" b="1" i="0" u="none" strike="noStrike" dirty="0">
                <a:solidFill>
                  <a:srgbClr val="3366CC"/>
                </a:solidFill>
                <a:effectLst/>
                <a:latin typeface="Arial" panose="020B0604020202020204" pitchFamily="34" charset="0"/>
              </a:rPr>
              <a:t>values</a:t>
            </a:r>
            <a:r>
              <a:rPr lang="en-US" b="1" i="0" dirty="0">
                <a:solidFill>
                  <a:srgbClr val="202122"/>
                </a:solidFill>
                <a:effectLst/>
                <a:latin typeface="Arial" panose="020B0604020202020204" pitchFamily="34" charset="0"/>
              </a:rPr>
              <a:t> of its members, and how these values relate to behavior.</a:t>
            </a:r>
            <a:endParaRPr lang="en-GB"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Geert Hofstede, worked for IBM in the 1960’s and 70’s, h</a:t>
            </a:r>
            <a:r>
              <a:rPr lang="en-US" b="0" i="0" dirty="0">
                <a:solidFill>
                  <a:srgbClr val="202122"/>
                </a:solidFill>
                <a:effectLst/>
                <a:latin typeface="Arial" panose="020B0604020202020204" pitchFamily="34" charset="0"/>
              </a:rPr>
              <a:t>e compared the answers of 117,000 IBM matched employee samples on the same attitude survey in different </a:t>
            </a:r>
            <a:r>
              <a:rPr lang="en-US" b="0" i="0" u="none" strike="noStrike" dirty="0">
                <a:solidFill>
                  <a:srgbClr val="3366CC"/>
                </a:solidFill>
                <a:effectLst/>
                <a:latin typeface="Arial" panose="020B0604020202020204" pitchFamily="34" charset="0"/>
              </a:rPr>
              <a:t>countries</a:t>
            </a:r>
            <a:r>
              <a:rPr lang="en-US" b="0" i="0" dirty="0">
                <a:solidFill>
                  <a:srgbClr val="202122"/>
                </a:solidFill>
                <a:effectLst/>
                <a:latin typeface="Arial" panose="020B06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Hofstede based his research on national cultural preferences rather than individual cultural preferences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Putting together national scores (from 1 for the lowest to 100 for the highest), Hofstede's six-dimensions model allows international comparison between cultures</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13</a:t>
            </a:fld>
            <a:endParaRPr lang="en-US"/>
          </a:p>
        </p:txBody>
      </p:sp>
    </p:spTree>
    <p:extLst>
      <p:ext uri="{BB962C8B-B14F-4D97-AF65-F5344CB8AC3E}">
        <p14:creationId xmlns:p14="http://schemas.microsoft.com/office/powerpoint/2010/main" val="18331616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Masculinity vs </a:t>
            </a:r>
            <a:r>
              <a:rPr lang="en-GB" dirty="0" err="1"/>
              <a:t>Feminity</a:t>
            </a:r>
            <a:r>
              <a:rPr lang="en-GB" dirty="0"/>
              <a:t> has had a name change </a:t>
            </a:r>
            <a:r>
              <a:rPr lang="en-US" b="1" i="0" dirty="0">
                <a:solidFill>
                  <a:srgbClr val="121212"/>
                </a:solidFill>
                <a:effectLst/>
                <a:latin typeface="Barlow" panose="00000500000000000000" pitchFamily="2" charset="0"/>
              </a:rPr>
              <a:t>Motivation towards Achievement and Success</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14</a:t>
            </a:fld>
            <a:endParaRPr lang="en-US"/>
          </a:p>
        </p:txBody>
      </p:sp>
    </p:spTree>
    <p:extLst>
      <p:ext uri="{BB962C8B-B14F-4D97-AF65-F5344CB8AC3E}">
        <p14:creationId xmlns:p14="http://schemas.microsoft.com/office/powerpoint/2010/main" val="6247638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China 80, Nigeria 80, High</a:t>
            </a:r>
          </a:p>
          <a:p>
            <a:endParaRPr lang="en-GB" dirty="0"/>
          </a:p>
          <a:p>
            <a:r>
              <a:rPr lang="en-GB" dirty="0"/>
              <a:t>Austria 11 low and </a:t>
            </a:r>
            <a:r>
              <a:rPr lang="en-GB" dirty="0" err="1"/>
              <a:t>scandanavian</a:t>
            </a:r>
            <a:r>
              <a:rPr lang="en-GB" dirty="0"/>
              <a:t> countries</a:t>
            </a:r>
          </a:p>
          <a:p>
            <a:endParaRPr lang="en-GB" dirty="0"/>
          </a:p>
          <a:p>
            <a:r>
              <a:rPr lang="en-GB" dirty="0"/>
              <a:t>UK and Germany 35</a:t>
            </a:r>
          </a:p>
          <a:p>
            <a:endParaRPr lang="en-GB" dirty="0"/>
          </a:p>
          <a:p>
            <a:r>
              <a:rPr lang="en-GB" dirty="0"/>
              <a:t>Japan 54</a:t>
            </a:r>
          </a:p>
          <a:p>
            <a:endParaRPr lang="en-GB" dirty="0"/>
          </a:p>
          <a:p>
            <a:r>
              <a:rPr lang="en-GB" dirty="0"/>
              <a:t>In the workplace- how easy it to speak to the boss- beyond a line manager. Are you on first name terms?</a:t>
            </a:r>
          </a:p>
        </p:txBody>
      </p:sp>
      <p:sp>
        <p:nvSpPr>
          <p:cNvPr id="4" name="Slide Number Placeholder 3"/>
          <p:cNvSpPr>
            <a:spLocks noGrp="1"/>
          </p:cNvSpPr>
          <p:nvPr>
            <p:ph type="sldNum" sz="quarter" idx="5"/>
          </p:nvPr>
        </p:nvSpPr>
        <p:spPr/>
        <p:txBody>
          <a:bodyPr/>
          <a:lstStyle/>
          <a:p>
            <a:fld id="{51D890D9-946C-F447-A007-CD62FC879AC5}" type="slidenum">
              <a:rPr lang="en-US" smtClean="0"/>
              <a:t>15</a:t>
            </a:fld>
            <a:endParaRPr lang="en-US"/>
          </a:p>
        </p:txBody>
      </p:sp>
    </p:spTree>
    <p:extLst>
      <p:ext uri="{BB962C8B-B14F-4D97-AF65-F5344CB8AC3E}">
        <p14:creationId xmlns:p14="http://schemas.microsoft.com/office/powerpoint/2010/main" val="2238804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16</a:t>
            </a:fld>
            <a:endParaRPr lang="en-US"/>
          </a:p>
        </p:txBody>
      </p:sp>
    </p:spTree>
    <p:extLst>
      <p:ext uri="{BB962C8B-B14F-4D97-AF65-F5344CB8AC3E}">
        <p14:creationId xmlns:p14="http://schemas.microsoft.com/office/powerpoint/2010/main" val="29601080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2"/>
                </a:solidFill>
                <a:effectLst/>
                <a:latin typeface="Arial" panose="020B0604020202020204" pitchFamily="34" charset="0"/>
              </a:rPr>
              <a:t>Individualistic societies have loose ties that often only relate an individual to his/her immediate family. They emphasize the "I" versus the "we". Its counterpart, collectivism, describes a society in which tightly integrated relationships tie extended families and others into </a:t>
            </a:r>
            <a:r>
              <a:rPr lang="en-US" b="0" i="0" u="none" strike="noStrike" dirty="0">
                <a:solidFill>
                  <a:srgbClr val="3366CC"/>
                </a:solidFill>
                <a:effectLst/>
                <a:latin typeface="Arial" panose="020B0604020202020204" pitchFamily="34" charset="0"/>
              </a:rPr>
              <a:t>in-groups. </a:t>
            </a:r>
            <a:r>
              <a:rPr lang="en-US" b="0" i="0" dirty="0">
                <a:solidFill>
                  <a:srgbClr val="202122"/>
                </a:solidFill>
                <a:effectLst/>
                <a:latin typeface="Arial" panose="020B0604020202020204" pitchFamily="34" charset="0"/>
              </a:rPr>
              <a:t>These in-groups are laced with undoubted loyalty and support each other when a conflict arises with another in-group</a:t>
            </a:r>
          </a:p>
          <a:p>
            <a:endParaRPr lang="en-US" b="0" i="0" dirty="0">
              <a:solidFill>
                <a:srgbClr val="202122"/>
              </a:solidFill>
              <a:effectLst/>
              <a:latin typeface="Arial" panose="020B0604020202020204" pitchFamily="34" charset="0"/>
            </a:endParaRPr>
          </a:p>
          <a:p>
            <a:r>
              <a:rPr lang="en-US" b="0" i="0" dirty="0">
                <a:solidFill>
                  <a:srgbClr val="040C28"/>
                </a:solidFill>
                <a:effectLst/>
                <a:latin typeface="Google Sans"/>
              </a:rPr>
              <a:t>Indian society is collectivistic and promotes social cohesion and interdependence</a:t>
            </a:r>
            <a:r>
              <a:rPr lang="en-US" b="0" i="0" dirty="0">
                <a:solidFill>
                  <a:srgbClr val="202124"/>
                </a:solidFill>
                <a:effectLst/>
                <a:latin typeface="Google Sans"/>
              </a:rPr>
              <a:t>. The traditional Indian joint family, which follows the same principles of collectivism, has proved itself to be an excellent resource for the care</a:t>
            </a:r>
          </a:p>
          <a:p>
            <a:endParaRPr lang="en-US" b="0" i="0" dirty="0">
              <a:solidFill>
                <a:srgbClr val="202124"/>
              </a:solidFill>
              <a:effectLst/>
              <a:latin typeface="Google Sans"/>
            </a:endParaRPr>
          </a:p>
          <a:p>
            <a:r>
              <a:rPr lang="en-US" b="0" i="0" dirty="0">
                <a:solidFill>
                  <a:srgbClr val="202124"/>
                </a:solidFill>
                <a:effectLst/>
                <a:latin typeface="Google Sans"/>
              </a:rPr>
              <a:t>Nigeria- C</a:t>
            </a:r>
            <a:r>
              <a:rPr lang="en-US" b="0" i="0" dirty="0">
                <a:effectLst/>
                <a:latin typeface="Barlow" panose="00000500000000000000" pitchFamily="2" charset="0"/>
              </a:rPr>
              <a:t>lose long-term commitment to the member ‘group’, be that a family, extended family, or extended relationships. Loyalty in a collectivist culture is paramount and overrides most other societal rules and regulations. The society fosters strong relationships where everyone takes responsibility for fellow members of their group.</a:t>
            </a:r>
          </a:p>
          <a:p>
            <a:endParaRPr lang="en-US" b="0" i="0" dirty="0">
              <a:effectLst/>
              <a:latin typeface="Barlow" panose="00000500000000000000" pitchFamily="2" charset="0"/>
            </a:endParaRPr>
          </a:p>
          <a:p>
            <a:r>
              <a:rPr lang="en-US" b="0" i="0" dirty="0">
                <a:effectLst/>
                <a:latin typeface="Barlow" panose="00000500000000000000" pitchFamily="2" charset="0"/>
              </a:rPr>
              <a:t>How easy is it to get a job in a highly collectivist culture?</a:t>
            </a:r>
          </a:p>
          <a:p>
            <a:endParaRPr lang="en-US" b="0" i="0" dirty="0">
              <a:effectLst/>
              <a:latin typeface="Barlow" panose="00000500000000000000" pitchFamily="2" charset="0"/>
            </a:endParaRPr>
          </a:p>
          <a:p>
            <a:r>
              <a:rPr lang="en-US" b="0" i="0" dirty="0">
                <a:effectLst/>
                <a:latin typeface="Barlow" panose="00000500000000000000" pitchFamily="2" charset="0"/>
              </a:rPr>
              <a:t>In groups take care of each other in return for loyalty. </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17</a:t>
            </a:fld>
            <a:endParaRPr lang="en-US"/>
          </a:p>
        </p:txBody>
      </p:sp>
    </p:spTree>
    <p:extLst>
      <p:ext uri="{BB962C8B-B14F-4D97-AF65-F5344CB8AC3E}">
        <p14:creationId xmlns:p14="http://schemas.microsoft.com/office/powerpoint/2010/main" val="644084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Masculinity vs Femininity has had a name change </a:t>
            </a:r>
            <a:r>
              <a:rPr lang="en-US" b="1" i="0" dirty="0">
                <a:solidFill>
                  <a:srgbClr val="121212"/>
                </a:solidFill>
                <a:effectLst/>
                <a:latin typeface="Barlow" panose="00000500000000000000" pitchFamily="2" charset="0"/>
              </a:rPr>
              <a:t>Motivation towards Achievement and Success</a:t>
            </a:r>
            <a:endParaRPr lang="en-GB" dirty="0"/>
          </a:p>
          <a:p>
            <a:endParaRPr lang="en-GB" dirty="0"/>
          </a:p>
          <a:p>
            <a:r>
              <a:rPr lang="en-US" b="0" i="0" dirty="0">
                <a:effectLst/>
                <a:latin typeface="Barlow" panose="00000500000000000000" pitchFamily="2" charset="0"/>
              </a:rPr>
              <a:t>A high score </a:t>
            </a:r>
            <a:r>
              <a:rPr lang="en-US" b="1" i="0" dirty="0">
                <a:effectLst/>
                <a:latin typeface="Barlow" panose="00000500000000000000" pitchFamily="2" charset="0"/>
              </a:rPr>
              <a:t>(Decisive</a:t>
            </a:r>
            <a:r>
              <a:rPr lang="en-US" b="0" i="0" dirty="0">
                <a:effectLst/>
                <a:latin typeface="Barlow" panose="00000500000000000000" pitchFamily="2" charset="0"/>
              </a:rPr>
              <a:t>) on this dimension indicates that the society will be driven by competition, achievement and success, with success being defined by the winner / best in field - a value system that starts in school and continues throughout </a:t>
            </a:r>
            <a:r>
              <a:rPr lang="en-US" b="0" i="0" dirty="0" err="1">
                <a:effectLst/>
                <a:latin typeface="Barlow" panose="00000500000000000000" pitchFamily="2" charset="0"/>
              </a:rPr>
              <a:t>organisational</a:t>
            </a:r>
            <a:r>
              <a:rPr lang="en-US" b="0" i="0" dirty="0">
                <a:effectLst/>
                <a:latin typeface="Barlow" panose="00000500000000000000" pitchFamily="2" charset="0"/>
              </a:rPr>
              <a:t> life. A low score (</a:t>
            </a:r>
            <a:r>
              <a:rPr lang="en-US" b="1" i="0" dirty="0">
                <a:effectLst/>
                <a:latin typeface="Barlow" panose="00000500000000000000" pitchFamily="2" charset="0"/>
              </a:rPr>
              <a:t>Consensus</a:t>
            </a:r>
            <a:r>
              <a:rPr lang="en-US" b="0" i="0" dirty="0">
                <a:effectLst/>
                <a:latin typeface="Barlow" panose="00000500000000000000" pitchFamily="2" charset="0"/>
              </a:rPr>
              <a:t>-oriented) on the dimension means that the dominant values in society are caring for others and quality of life. A Consensus-oriented society is one where quality of life is the sign of success and standing out from the crowd is not admirable. </a:t>
            </a:r>
            <a:r>
              <a:rPr lang="en-US" b="1" i="0" dirty="0">
                <a:effectLst/>
                <a:latin typeface="Barlow" panose="00000500000000000000" pitchFamily="2" charset="0"/>
              </a:rPr>
              <a:t>The fundamental issue here is what motivates people, wanting to be the best (Decisive) or liking what you do (Consensus-oriented).  </a:t>
            </a:r>
            <a:r>
              <a:rPr lang="en-US" b="0" i="0" dirty="0">
                <a:effectLst/>
                <a:latin typeface="Barlow" panose="00000500000000000000" pitchFamily="2" charset="0"/>
              </a:rPr>
              <a:t>(From the Culture Factor website) </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18</a:t>
            </a:fld>
            <a:endParaRPr lang="en-US"/>
          </a:p>
        </p:txBody>
      </p:sp>
    </p:spTree>
    <p:extLst>
      <p:ext uri="{BB962C8B-B14F-4D97-AF65-F5344CB8AC3E}">
        <p14:creationId xmlns:p14="http://schemas.microsoft.com/office/powerpoint/2010/main" val="42589020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2"/>
                </a:solidFill>
                <a:effectLst/>
                <a:latin typeface="Arial" panose="020B0604020202020204" pitchFamily="34" charset="0"/>
              </a:rPr>
              <a:t>"a society's tolerance for ambiguity",</a:t>
            </a:r>
          </a:p>
          <a:p>
            <a:r>
              <a:rPr lang="en-US" b="0" i="0" dirty="0">
                <a:solidFill>
                  <a:srgbClr val="202122"/>
                </a:solidFill>
                <a:effectLst/>
                <a:latin typeface="Arial" panose="020B0604020202020204" pitchFamily="34" charset="0"/>
              </a:rPr>
              <a:t>Societies that score a high degree in this index opt for stiff codes of behavior, guidelines, laws, and generally rely on absolute truth, or the belief that one lone truth dictates everything and that people know what it is. A lower degree in this index shows more acceptance of differing thoughts or ideas. Society tends to impose fewer regulations, ambiguity is more accustomed to, and the environment is more free-flowing</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19</a:t>
            </a:fld>
            <a:endParaRPr lang="en-US"/>
          </a:p>
        </p:txBody>
      </p:sp>
    </p:spTree>
    <p:extLst>
      <p:ext uri="{BB962C8B-B14F-4D97-AF65-F5344CB8AC3E}">
        <p14:creationId xmlns:p14="http://schemas.microsoft.com/office/powerpoint/2010/main" val="11588537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2"/>
                </a:solidFill>
                <a:effectLst/>
                <a:latin typeface="Arial" panose="020B0604020202020204" pitchFamily="34" charset="0"/>
              </a:rPr>
              <a:t>A poor country that is short-term oriented usually has little to no economic development, while long-term oriented countries continue to develop to a level of prosperity</a:t>
            </a:r>
          </a:p>
          <a:p>
            <a:endParaRPr lang="en-US" b="0" i="0" dirty="0">
              <a:solidFill>
                <a:srgbClr val="202122"/>
              </a:solidFill>
              <a:effectLst/>
              <a:latin typeface="Arial" panose="020B0604020202020204" pitchFamily="34" charset="0"/>
            </a:endParaRPr>
          </a:p>
          <a:p>
            <a:r>
              <a:rPr lang="en-US" b="0" i="0" dirty="0">
                <a:solidFill>
                  <a:srgbClr val="202122"/>
                </a:solidFill>
                <a:effectLst/>
                <a:latin typeface="Arial" panose="020B0604020202020204" pitchFamily="34" charset="0"/>
              </a:rPr>
              <a:t>Japan 100- most long term oriented society </a:t>
            </a:r>
            <a:r>
              <a:rPr lang="en-US" b="0" i="0" dirty="0">
                <a:effectLst/>
                <a:latin typeface="Barlow" panose="00000500000000000000" pitchFamily="2" charset="0"/>
              </a:rPr>
              <a:t> In corporate Japan, you see long-term orientation in the constantly high rate of investment in R&amp;D even in economically difficult times, higher own capital rate, priority to steady growth of market share rather than to a quarterly profit,</a:t>
            </a:r>
          </a:p>
          <a:p>
            <a:endParaRPr lang="en-US" b="0" i="0" dirty="0">
              <a:effectLst/>
              <a:latin typeface="Barlow" panose="00000500000000000000" pitchFamily="2" charset="0"/>
            </a:endParaRPr>
          </a:p>
          <a:p>
            <a:r>
              <a:rPr lang="en-US" b="0" i="0" dirty="0">
                <a:effectLst/>
                <a:latin typeface="Barlow" panose="00000500000000000000" pitchFamily="2" charset="0"/>
              </a:rPr>
              <a:t>Nigeria 8 very low. They exhibit great respect for traditions, a relatively small propensity to save for the future, and a focus on achieving quick results.</a:t>
            </a:r>
          </a:p>
          <a:p>
            <a:r>
              <a:rPr lang="en-GB" dirty="0"/>
              <a:t>https://www.hofstede-insights.com/country-comparison-tool?countries=india%2Cjapan%2Cnigeria%2Cunited+kingdom</a:t>
            </a:r>
            <a:endParaRPr lang="en-US" b="0" i="0" dirty="0">
              <a:effectLst/>
              <a:latin typeface="Barlow" panose="00000500000000000000" pitchFamily="2" charset="0"/>
            </a:endParaRPr>
          </a:p>
          <a:p>
            <a:endParaRPr lang="en-US" b="0" i="0" dirty="0">
              <a:effectLst/>
              <a:latin typeface="Barlow" panose="00000500000000000000" pitchFamily="2" charset="0"/>
            </a:endParaRPr>
          </a:p>
          <a:p>
            <a:r>
              <a:rPr lang="en-US" b="0" i="0" dirty="0">
                <a:effectLst/>
                <a:latin typeface="Barlow" panose="00000500000000000000" pitchFamily="2" charset="0"/>
              </a:rPr>
              <a:t>UK 60 Britain a pragmatic culture. In societies with a pragmatic orientation, people believe that truth depends very much on situation, context, and time. They show an ability to adapt traditions easily to changed conditions, and a strong propensity to save and invest. thriftiness and perseverance in achieving results.</a:t>
            </a:r>
          </a:p>
          <a:p>
            <a:endParaRPr lang="en-US" b="0" i="0" dirty="0">
              <a:effectLst/>
              <a:latin typeface="Barlow" panose="00000500000000000000" pitchFamily="2" charset="0"/>
            </a:endParaRPr>
          </a:p>
          <a:p>
            <a:r>
              <a:rPr lang="en-US" b="0" i="0" dirty="0">
                <a:effectLst/>
                <a:latin typeface="Barlow" panose="00000500000000000000" pitchFamily="2" charset="0"/>
              </a:rPr>
              <a:t>India has an intermediate score of 51 in this dimension, a dominant preference in Indian culture cannot be determined.</a:t>
            </a:r>
          </a:p>
          <a:p>
            <a:endParaRPr lang="en-US" b="0" i="0" dirty="0">
              <a:effectLst/>
              <a:latin typeface="Barlow" panose="00000500000000000000" pitchFamily="2" charset="0"/>
            </a:endParaRPr>
          </a:p>
          <a:p>
            <a:r>
              <a:rPr lang="en-US" b="0" i="0" dirty="0">
                <a:effectLst/>
                <a:latin typeface="Barlow" panose="00000500000000000000" pitchFamily="2" charset="0"/>
              </a:rPr>
              <a:t> Societies that have a high score on pragmatism typically forgive a lack of punctuality, a changing game plan based on changing reality,</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20</a:t>
            </a:fld>
            <a:endParaRPr lang="en-US"/>
          </a:p>
        </p:txBody>
      </p:sp>
    </p:spTree>
    <p:extLst>
      <p:ext uri="{BB962C8B-B14F-4D97-AF65-F5344CB8AC3E}">
        <p14:creationId xmlns:p14="http://schemas.microsoft.com/office/powerpoint/2010/main" val="14053972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Barlow" panose="00000500000000000000" pitchFamily="2" charset="0"/>
              </a:rPr>
              <a:t>With a </a:t>
            </a:r>
            <a:r>
              <a:rPr lang="en-US" b="1" i="0" dirty="0">
                <a:effectLst/>
                <a:latin typeface="Barlow" panose="00000500000000000000" pitchFamily="2" charset="0"/>
              </a:rPr>
              <a:t>very high score of 84, Nigerian </a:t>
            </a:r>
            <a:r>
              <a:rPr lang="en-US" b="0" i="0" dirty="0">
                <a:effectLst/>
                <a:latin typeface="Barlow" panose="00000500000000000000" pitchFamily="2" charset="0"/>
              </a:rPr>
              <a:t>culture is said to be one of Indulgence. People in societies classified by a high score in Indulgence generally exhibit a willingness to </a:t>
            </a:r>
            <a:r>
              <a:rPr lang="en-US" b="0" i="0" dirty="0" err="1">
                <a:effectLst/>
                <a:latin typeface="Barlow" panose="00000500000000000000" pitchFamily="2" charset="0"/>
              </a:rPr>
              <a:t>realise</a:t>
            </a:r>
            <a:r>
              <a:rPr lang="en-US" b="0" i="0" dirty="0">
                <a:effectLst/>
                <a:latin typeface="Barlow" panose="00000500000000000000" pitchFamily="2" charset="0"/>
              </a:rPr>
              <a:t> their impulses and desires with regard to enjoying life and having fun. They possess </a:t>
            </a:r>
          </a:p>
          <a:p>
            <a:endParaRPr lang="en-US" b="0" i="0" dirty="0">
              <a:effectLst/>
              <a:latin typeface="Barlow" panose="00000500000000000000" pitchFamily="2" charset="0"/>
            </a:endParaRPr>
          </a:p>
          <a:p>
            <a:r>
              <a:rPr lang="en-US" b="1" i="0" dirty="0">
                <a:effectLst/>
                <a:latin typeface="Barlow" panose="00000500000000000000" pitchFamily="2" charset="0"/>
              </a:rPr>
              <a:t>India receives a low score of 26 </a:t>
            </a:r>
            <a:r>
              <a:rPr lang="en-US" b="0" i="0" dirty="0">
                <a:effectLst/>
                <a:latin typeface="Barlow" panose="00000500000000000000" pitchFamily="2" charset="0"/>
              </a:rPr>
              <a:t>in this dimension, meaning that it is a culture of Restraint. Societies with a low score in this dimension have a tendency to cynicism and pessimism. Also, in contrast to Indulgent societies, Restrained societies do not put much emphasis on leisure time and control the gratification of their desires. People with this orientation have the perception that their actions are Restrained by social norms and feel that indulging themselves is somewhat </a:t>
            </a:r>
            <a:r>
              <a:rPr lang="en-US" b="0" i="0" dirty="0" err="1">
                <a:effectLst/>
                <a:latin typeface="Barlow" panose="00000500000000000000" pitchFamily="2" charset="0"/>
              </a:rPr>
              <a:t>wrong.a</a:t>
            </a:r>
            <a:r>
              <a:rPr lang="en-US" b="0" i="0" dirty="0">
                <a:effectLst/>
                <a:latin typeface="Barlow" panose="00000500000000000000" pitchFamily="2" charset="0"/>
              </a:rPr>
              <a:t> positive attitude and have a tendency towards optimism. In addition, they place a higher degree of importance on leisure time, act as they please and spend money as they wish.</a:t>
            </a:r>
          </a:p>
          <a:p>
            <a:endParaRPr lang="en-US" b="0" i="0" dirty="0">
              <a:effectLst/>
              <a:latin typeface="Barlow" panose="00000500000000000000" pitchFamily="2" charset="0"/>
            </a:endParaRPr>
          </a:p>
          <a:p>
            <a:r>
              <a:rPr lang="en-US" b="0" i="0" dirty="0">
                <a:effectLst/>
                <a:latin typeface="Barlow" panose="00000500000000000000" pitchFamily="2" charset="0"/>
              </a:rPr>
              <a:t>A high score of </a:t>
            </a:r>
            <a:r>
              <a:rPr lang="en-US" b="1" i="0" dirty="0">
                <a:effectLst/>
                <a:latin typeface="Barlow" panose="00000500000000000000" pitchFamily="2" charset="0"/>
              </a:rPr>
              <a:t>69</a:t>
            </a:r>
            <a:r>
              <a:rPr lang="en-US" b="0" i="0" dirty="0">
                <a:effectLst/>
                <a:latin typeface="Barlow" panose="00000500000000000000" pitchFamily="2" charset="0"/>
              </a:rPr>
              <a:t> indicates that the</a:t>
            </a:r>
            <a:r>
              <a:rPr lang="en-US" b="1" i="0" dirty="0">
                <a:effectLst/>
                <a:latin typeface="Barlow" panose="00000500000000000000" pitchFamily="2" charset="0"/>
              </a:rPr>
              <a:t> British </a:t>
            </a:r>
            <a:r>
              <a:rPr lang="en-US" b="0" i="0" dirty="0">
                <a:effectLst/>
                <a:latin typeface="Barlow" panose="00000500000000000000" pitchFamily="2" charset="0"/>
              </a:rPr>
              <a:t>culture is one that is classified as Indulgent. People in societies classified by a high score in Indulgence generally exhibit a willingness to </a:t>
            </a:r>
            <a:r>
              <a:rPr lang="en-US" b="0" i="0" dirty="0" err="1">
                <a:effectLst/>
                <a:latin typeface="Barlow" panose="00000500000000000000" pitchFamily="2" charset="0"/>
              </a:rPr>
              <a:t>realise</a:t>
            </a:r>
            <a:r>
              <a:rPr lang="en-US" b="0" i="0" dirty="0">
                <a:effectLst/>
                <a:latin typeface="Barlow" panose="00000500000000000000" pitchFamily="2" charset="0"/>
              </a:rPr>
              <a:t> their impulses and desires with regard to enjoying life and having fun. They possess a positive attitude and have a tendency towards optimism. In addition, they place a higher degree of importance on leisure time, act as they please and spend money as they wish.</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21</a:t>
            </a:fld>
            <a:endParaRPr lang="en-US"/>
          </a:p>
        </p:txBody>
      </p:sp>
    </p:spTree>
    <p:extLst>
      <p:ext uri="{BB962C8B-B14F-4D97-AF65-F5344CB8AC3E}">
        <p14:creationId xmlns:p14="http://schemas.microsoft.com/office/powerpoint/2010/main" val="16831877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Created an alternative approach to Hofstede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42424"/>
                </a:solidFill>
                <a:effectLst/>
                <a:latin typeface="source-serif-pro"/>
              </a:rPr>
              <a:t>A few years after Hofstede, Schwartz proposes new dimensions to characterize intercultural differences [Schwartz, S. H. (1992). Universals in the content and structure of values: Theoretical advances and empirical tests in 20 countries. </a:t>
            </a:r>
            <a:r>
              <a:rPr lang="en-US" b="0" i="1" dirty="0">
                <a:solidFill>
                  <a:srgbClr val="242424"/>
                </a:solidFill>
                <a:effectLst/>
                <a:latin typeface="source-serif-pro"/>
              </a:rPr>
              <a:t>Advances in Experimental Social Psychology</a:t>
            </a:r>
            <a:r>
              <a:rPr lang="en-US" b="0" i="0" dirty="0">
                <a:solidFill>
                  <a:srgbClr val="242424"/>
                </a:solidFill>
                <a:effectLst/>
                <a:latin typeface="source-serif-pro"/>
              </a:rPr>
              <a:t>, 25, 1–65.</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42424"/>
                </a:solidFill>
                <a:effectLst/>
                <a:latin typeface="source-serif-pro"/>
              </a:rPr>
              <a:t>His research overcomes several limitations of Hofstede’s early work: his focus on IBM employees only, the non-exhaustiveness of the first four dimensions, the limited number of countries (neither China nor Soviet countries was in in the Hofstede’s initial study) and several methodological weaknesses [McSweeney, B. (2002). Hofstede’s model of national cultural differences and their consequences: A triumph of faith — A failure of analysis. </a:t>
            </a:r>
            <a:r>
              <a:rPr lang="en-US" b="0" i="1" dirty="0">
                <a:solidFill>
                  <a:srgbClr val="242424"/>
                </a:solidFill>
                <a:effectLst/>
                <a:latin typeface="source-serif-pro"/>
              </a:rPr>
              <a:t>Human Relations</a:t>
            </a:r>
            <a:r>
              <a:rPr lang="en-US" b="0" i="0" dirty="0">
                <a:solidFill>
                  <a:srgbClr val="242424"/>
                </a:solidFill>
                <a:effectLst/>
                <a:latin typeface="source-serif-pro"/>
              </a:rPr>
              <a:t>, </a:t>
            </a:r>
            <a:r>
              <a:rPr lang="en-US" b="0" i="1" dirty="0">
                <a:solidFill>
                  <a:srgbClr val="242424"/>
                </a:solidFill>
                <a:effectLst/>
                <a:latin typeface="source-serif-pro"/>
              </a:rPr>
              <a:t>55</a:t>
            </a:r>
            <a:r>
              <a:rPr lang="en-US" b="0" i="0" dirty="0">
                <a:solidFill>
                  <a:srgbClr val="242424"/>
                </a:solidFill>
                <a:effectLst/>
                <a:latin typeface="source-serif-pro"/>
              </a:rPr>
              <a:t>, 89–118. </a:t>
            </a:r>
            <a:r>
              <a:rPr lang="en-US" b="0" i="0" u="sng" dirty="0">
                <a:effectLst/>
                <a:latin typeface="source-serif-pro"/>
                <a:hlinkClick r:id="rId3"/>
              </a:rPr>
              <a:t>https://doi.org/10.1177/0018726702551004</a:t>
            </a:r>
            <a:endParaRPr lang="en-US" b="0" i="0" u="sng" dirty="0">
              <a:effectLst/>
              <a:latin typeface="source-serif-pro"/>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Verdana" panose="020B0604030504040204" pitchFamily="34" charset="0"/>
              </a:rPr>
              <a:t>Shalom Schwartz, an Israeli sociologist, identifies seven cultural values in three pairs, usually arranged in a circle.</a:t>
            </a:r>
          </a:p>
          <a:p>
            <a:pPr algn="l"/>
            <a:r>
              <a:rPr lang="en-US" b="0" i="0" dirty="0">
                <a:solidFill>
                  <a:srgbClr val="000000"/>
                </a:solidFill>
                <a:effectLst/>
                <a:latin typeface="Verdana" panose="020B0604030504040204" pitchFamily="34" charset="0"/>
              </a:rPr>
              <a:t>Schwartz, S.H. (1992). </a:t>
            </a:r>
            <a:r>
              <a:rPr lang="en-US" b="0" i="1" dirty="0">
                <a:solidFill>
                  <a:srgbClr val="000000"/>
                </a:solidFill>
                <a:effectLst/>
                <a:latin typeface="Verdana" panose="020B0604030504040204" pitchFamily="34" charset="0"/>
              </a:rPr>
              <a:t>Universals in the content and structure of values : Theoretical advances and empirical tests in 20 countries. </a:t>
            </a:r>
            <a:r>
              <a:rPr lang="en-US" b="0" i="0" dirty="0">
                <a:solidFill>
                  <a:srgbClr val="000000"/>
                </a:solidFill>
                <a:effectLst/>
                <a:latin typeface="Verdana" panose="020B0604030504040204" pitchFamily="34" charset="0"/>
              </a:rPr>
              <a:t>San Diego: Academic Press Initially identified 56 </a:t>
            </a:r>
            <a:r>
              <a:rPr lang="en-US" sz="1800" b="0" i="0" u="none" strike="noStrike" baseline="0" dirty="0">
                <a:latin typeface="AdvTimes"/>
              </a:rPr>
              <a:t>individual values recognized across cultures, thus covering </a:t>
            </a:r>
            <a:r>
              <a:rPr lang="en-US" sz="1800" b="0" i="0" u="none" strike="noStrike" baseline="0" dirty="0">
                <a:latin typeface="AdvMc_Times-i"/>
              </a:rPr>
              <a:t>all </a:t>
            </a:r>
            <a:r>
              <a:rPr lang="en-US" sz="1800" b="0" i="0" u="none" strike="noStrike" baseline="0" dirty="0">
                <a:latin typeface="AdvTimes"/>
              </a:rPr>
              <a:t>value dimensions explaining inter-country cultural variation. He then examined which of these values had an equivalent meaning across countries, which reduced the number of useful </a:t>
            </a:r>
            <a:r>
              <a:rPr lang="en-GB" sz="1800" b="0" i="0" u="none" strike="noStrike" baseline="0" dirty="0">
                <a:latin typeface="AdvTimes"/>
              </a:rPr>
              <a:t>values to 45.</a:t>
            </a:r>
          </a:p>
          <a:p>
            <a:pPr algn="l"/>
            <a:r>
              <a:rPr lang="en-GB" sz="1800" b="0" i="0" u="none" strike="noStrike" baseline="0" dirty="0">
                <a:solidFill>
                  <a:srgbClr val="000000"/>
                </a:solidFill>
                <a:effectLst/>
                <a:latin typeface="AdvTimes"/>
              </a:rPr>
              <a:t>And then after further analysis was able to narrow it down to 7 pairs</a:t>
            </a:r>
            <a:endParaRPr lang="en-US" b="0" i="0" dirty="0">
              <a:solidFill>
                <a:srgbClr val="000000"/>
              </a:solidFill>
              <a:effectLst/>
              <a:latin typeface="Verdana" panose="020B0604030504040204" pitchFamily="34" charset="0"/>
            </a:endParaRPr>
          </a:p>
          <a:p>
            <a:endParaRPr lang="en-GB" dirty="0"/>
          </a:p>
          <a:p>
            <a:r>
              <a:rPr lang="en-US" b="0" i="0" dirty="0">
                <a:solidFill>
                  <a:srgbClr val="242424"/>
                </a:solidFill>
                <a:effectLst/>
                <a:latin typeface="source-serif-pro"/>
              </a:rPr>
              <a:t>A few years after Hofstede, Schwartz proposes new dimensions to characterize intercultural differences [Schwartz, S. H. (1992). Universals in the content and structure of values: Theoretical advances and empirical tests in 20 countries. </a:t>
            </a:r>
            <a:r>
              <a:rPr lang="en-US" b="0" i="1" dirty="0">
                <a:solidFill>
                  <a:srgbClr val="242424"/>
                </a:solidFill>
                <a:effectLst/>
                <a:latin typeface="source-serif-pro"/>
              </a:rPr>
              <a:t>Advances in Experimental Social Psychology</a:t>
            </a:r>
            <a:r>
              <a:rPr lang="en-US" b="0" i="0" dirty="0">
                <a:solidFill>
                  <a:srgbClr val="242424"/>
                </a:solidFill>
                <a:effectLst/>
                <a:latin typeface="source-serif-pro"/>
              </a:rPr>
              <a:t>, 25, 1–65.</a:t>
            </a:r>
          </a:p>
        </p:txBody>
      </p:sp>
      <p:sp>
        <p:nvSpPr>
          <p:cNvPr id="4" name="Slide Number Placeholder 3"/>
          <p:cNvSpPr>
            <a:spLocks noGrp="1"/>
          </p:cNvSpPr>
          <p:nvPr>
            <p:ph type="sldNum" sz="quarter" idx="5"/>
          </p:nvPr>
        </p:nvSpPr>
        <p:spPr/>
        <p:txBody>
          <a:bodyPr/>
          <a:lstStyle/>
          <a:p>
            <a:fld id="{51D890D9-946C-F447-A007-CD62FC879AC5}" type="slidenum">
              <a:rPr lang="en-US" smtClean="0"/>
              <a:t>22</a:t>
            </a:fld>
            <a:endParaRPr lang="en-US"/>
          </a:p>
        </p:txBody>
      </p:sp>
    </p:spTree>
    <p:extLst>
      <p:ext uri="{BB962C8B-B14F-4D97-AF65-F5344CB8AC3E}">
        <p14:creationId xmlns:p14="http://schemas.microsoft.com/office/powerpoint/2010/main" val="11391306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23</a:t>
            </a:fld>
            <a:endParaRPr lang="en-US"/>
          </a:p>
        </p:txBody>
      </p:sp>
    </p:spTree>
    <p:extLst>
      <p:ext uri="{BB962C8B-B14F-4D97-AF65-F5344CB8AC3E}">
        <p14:creationId xmlns:p14="http://schemas.microsoft.com/office/powerpoint/2010/main" val="11888020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Conservatism (also called embeddedness)  represents a culture’s emphasis on maintaining the status quo, propriety, and restraining actions or desires that may disrupt the solidarity of the group or the traditional order</a:t>
            </a:r>
            <a:endParaRPr lang="en-US" b="1" dirty="0"/>
          </a:p>
          <a:p>
            <a:r>
              <a:rPr lang="en-US" dirty="0"/>
              <a:t>Intellectual and affective autonomy refer to the extent to which people are free to independently pursue their own ideas and intellectual directions, and their affective desires, respectively</a:t>
            </a:r>
            <a:endParaRPr lang="en-US" b="1" dirty="0"/>
          </a:p>
          <a:p>
            <a:r>
              <a:rPr lang="en-US" b="1" dirty="0"/>
              <a:t>Embeddedness</a:t>
            </a:r>
          </a:p>
          <a:p>
            <a:r>
              <a:rPr lang="en-US" dirty="0"/>
              <a:t>This is a focus on sustaining the social order, of avoiding change and retaining tradition. Group norms are important.</a:t>
            </a:r>
          </a:p>
          <a:p>
            <a:endParaRPr lang="en-US" b="1"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i="1" dirty="0"/>
              <a:t>What does this remind you of? Hofstede Individualism/collectivism, LTO and Uncertainty Avoidance</a:t>
            </a:r>
          </a:p>
          <a:p>
            <a:endParaRPr lang="en-US" b="1" i="1" dirty="0"/>
          </a:p>
          <a:p>
            <a:endParaRPr lang="en-US" dirty="0"/>
          </a:p>
          <a:p>
            <a:r>
              <a:rPr lang="en-US" b="1" dirty="0"/>
              <a:t>Autonomy</a:t>
            </a:r>
          </a:p>
          <a:p>
            <a:r>
              <a:rPr lang="en-US" dirty="0"/>
              <a:t>Where individuals have control over their choices as opposed to having to consider others and shared rules.</a:t>
            </a:r>
          </a:p>
          <a:p>
            <a:pPr algn="l"/>
            <a:r>
              <a:rPr lang="en-US" b="1" i="0" dirty="0">
                <a:solidFill>
                  <a:srgbClr val="000000"/>
                </a:solidFill>
                <a:effectLst/>
                <a:latin typeface="Verdana" panose="020B0604030504040204" pitchFamily="34" charset="0"/>
              </a:rPr>
              <a:t>Affective Autonomy </a:t>
            </a:r>
            <a:r>
              <a:rPr lang="en-US" b="0" i="0" dirty="0">
                <a:solidFill>
                  <a:srgbClr val="000000"/>
                </a:solidFill>
                <a:effectLst/>
                <a:latin typeface="Verdana" panose="020B0604030504040204" pitchFamily="34" charset="0"/>
              </a:rPr>
              <a:t>is the independent pursuit of pleasure, seeking enjoyment by any means without censure. In many societies there are limits when affective autonomy leads to taking banned substances or acting in ways that distresses or harms others.</a:t>
            </a:r>
          </a:p>
          <a:p>
            <a:pPr algn="l"/>
            <a:r>
              <a:rPr lang="en-US" b="1" i="0" dirty="0">
                <a:solidFill>
                  <a:srgbClr val="000000"/>
                </a:solidFill>
                <a:effectLst/>
                <a:latin typeface="Verdana" panose="020B0604030504040204" pitchFamily="34" charset="0"/>
              </a:rPr>
              <a:t>Intellectual Autonomy </a:t>
            </a:r>
            <a:r>
              <a:rPr lang="en-US" b="0" i="0" dirty="0">
                <a:solidFill>
                  <a:srgbClr val="000000"/>
                </a:solidFill>
                <a:effectLst/>
                <a:latin typeface="Verdana" panose="020B0604030504040204" pitchFamily="34" charset="0"/>
              </a:rPr>
              <a:t>is the independent pursuit of ideas and thought, whether it is theoretical, political or whatever. In embeddedness cultures it is hard to police what people are thinking, though actions can be taken to monitor intellectual publishing and discussions.</a:t>
            </a:r>
          </a:p>
          <a:p>
            <a:endParaRPr lang="en-US" dirty="0"/>
          </a:p>
          <a:p>
            <a:endParaRPr lang="en-US" dirty="0"/>
          </a:p>
          <a:p>
            <a:r>
              <a:rPr lang="en-US" b="1" i="1" dirty="0"/>
              <a:t>What does this remind you of from Hofstede? Individualism</a:t>
            </a:r>
          </a:p>
          <a:p>
            <a:endParaRPr lang="en-US" dirty="0"/>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24</a:t>
            </a:fld>
            <a:endParaRPr lang="en-US"/>
          </a:p>
        </p:txBody>
      </p:sp>
    </p:spTree>
    <p:extLst>
      <p:ext uri="{BB962C8B-B14F-4D97-AF65-F5344CB8AC3E}">
        <p14:creationId xmlns:p14="http://schemas.microsoft.com/office/powerpoint/2010/main" val="33504587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Mastery</a:t>
            </a:r>
          </a:p>
          <a:p>
            <a:r>
              <a:rPr lang="en-US" dirty="0"/>
              <a:t>In a mastery culture, individuals seek success through personal action. Mastery needs independence, courage, ambition, drive and competence.</a:t>
            </a:r>
          </a:p>
          <a:p>
            <a:endParaRPr lang="en-US" dirty="0"/>
          </a:p>
          <a:p>
            <a:r>
              <a:rPr lang="en-US" b="1" i="1" dirty="0"/>
              <a:t>What does this remind you of?- </a:t>
            </a:r>
            <a:r>
              <a:rPr lang="en-US" b="1" i="1" dirty="0" err="1"/>
              <a:t>Masc</a:t>
            </a:r>
            <a:r>
              <a:rPr lang="en-US" b="1" i="1" dirty="0"/>
              <a:t>/Fem Hofstede (Motivation towards achievement and success)</a:t>
            </a:r>
          </a:p>
          <a:p>
            <a:endParaRPr lang="en-US" dirty="0"/>
          </a:p>
          <a:p>
            <a:r>
              <a:rPr lang="en-US" b="1" dirty="0"/>
              <a:t>Harmony</a:t>
            </a:r>
          </a:p>
          <a:p>
            <a:r>
              <a:rPr lang="en-US" dirty="0"/>
              <a:t>Rather than seek self-improvement, people are happy to accept their place in the world. People here put greater emphasis on the group than on the individual.</a:t>
            </a:r>
          </a:p>
          <a:p>
            <a:endParaRPr lang="en-US" dirty="0"/>
          </a:p>
          <a:p>
            <a:r>
              <a:rPr lang="en-US" b="1" i="1" dirty="0"/>
              <a:t>What does this remind you of?- Power distance in Hofstede</a:t>
            </a:r>
          </a:p>
          <a:p>
            <a:endParaRPr lang="en-US" dirty="0"/>
          </a:p>
          <a:p>
            <a:r>
              <a:rPr lang="en-US" dirty="0"/>
              <a:t>Mastery expresses the importance of getting ahead by being self assertive, while harmony denotes the importance of fitting harmoniously into the environment (Schwartz, 1999).</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25</a:t>
            </a:fld>
            <a:endParaRPr lang="en-US"/>
          </a:p>
        </p:txBody>
      </p:sp>
    </p:spTree>
    <p:extLst>
      <p:ext uri="{BB962C8B-B14F-4D97-AF65-F5344CB8AC3E}">
        <p14:creationId xmlns:p14="http://schemas.microsoft.com/office/powerpoint/2010/main" val="30794734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i="1" dirty="0"/>
          </a:p>
          <a:p>
            <a:r>
              <a:rPr lang="en-US" b="1" i="1" dirty="0"/>
              <a:t>Similar to power distance</a:t>
            </a:r>
          </a:p>
          <a:p>
            <a:endParaRPr lang="en-GB" b="1" dirty="0"/>
          </a:p>
          <a:p>
            <a:r>
              <a:rPr lang="en-GB" b="1" dirty="0"/>
              <a:t>Hierarchy</a:t>
            </a:r>
          </a:p>
          <a:p>
            <a:r>
              <a:rPr lang="en-US" dirty="0"/>
              <a:t>There is a clear social order, with some people in superior positions while others are in inferior positions. People here accept their position in the hierarchy and are expected to be modest and have due self-control.</a:t>
            </a:r>
          </a:p>
          <a:p>
            <a:endParaRPr lang="en-US" dirty="0"/>
          </a:p>
          <a:p>
            <a:r>
              <a:rPr lang="en-US" b="1" dirty="0"/>
              <a:t>Egalitarianism</a:t>
            </a:r>
          </a:p>
          <a:p>
            <a:r>
              <a:rPr lang="en-US" dirty="0"/>
              <a:t>Everyone is considered to be equal and everyone is expected to show concern for everyone else. </a:t>
            </a:r>
          </a:p>
          <a:p>
            <a:endParaRPr lang="en-US" dirty="0"/>
          </a:p>
          <a:p>
            <a:r>
              <a:rPr lang="en-US" b="1" dirty="0"/>
              <a:t>Hierarchy denotes the extent to which it is legitimate to distribute power, roles and resources unequally, while egalitarian commitment refers to the extent to which people are inclined to voluntarily put aside selfish interests to promote the welfare of others. </a:t>
            </a:r>
          </a:p>
          <a:p>
            <a:endParaRPr lang="en-US" b="1" dirty="0"/>
          </a:p>
          <a:p>
            <a:r>
              <a:rPr lang="en-US" b="1" dirty="0"/>
              <a:t>UK 35 </a:t>
            </a:r>
            <a:r>
              <a:rPr lang="en-US" b="0" i="0" dirty="0">
                <a:effectLst/>
                <a:latin typeface="Barlow" panose="00000500000000000000" pitchFamily="2" charset="0"/>
              </a:rPr>
              <a:t>Britain sits in the lower rankings of PDI – i.e. a society that believes that inequalities amongst people should be minimized. Interestingly is that research shows PD index lower amongst the higher class in Britain than amongst the working classes. The PDI score at first seems incongruent with the well established and historical British class system and its exposes one of the inherent tensions in the British culture – between the importance of birth rank on the one hand and a deep seated belief that where you are born should not limit how far you can travel in life. A sense of fair play drives a belief that people should be treated in some way as equals.</a:t>
            </a:r>
            <a:endParaRPr lang="en-US" dirty="0"/>
          </a:p>
          <a:p>
            <a:endParaRPr lang="en-US" b="1" dirty="0"/>
          </a:p>
          <a:p>
            <a:r>
              <a:rPr lang="en-US" b="1" dirty="0"/>
              <a:t>Nigeria 80 </a:t>
            </a:r>
            <a:r>
              <a:rPr lang="en-US" b="0" i="0" dirty="0">
                <a:effectLst/>
                <a:latin typeface="Barlow" panose="00000500000000000000" pitchFamily="2" charset="0"/>
              </a:rPr>
              <a:t>Nigeria scores high on this dimension (score of 80) which means that people accept a hierarchical order in which everybody has a place and which needs no further justification. Hierarchy in an organization is seen as reflecting inherent inequalities, centralization is popular, subordinates expect to be told what to do and the ideal boss is a benevolent autocrat</a:t>
            </a:r>
            <a:endParaRPr lang="en-US" dirty="0"/>
          </a:p>
          <a:p>
            <a:endParaRPr lang="en-US" dirty="0"/>
          </a:p>
          <a:p>
            <a:r>
              <a:rPr lang="en-US" b="1" dirty="0"/>
              <a:t>India 77 </a:t>
            </a:r>
            <a:r>
              <a:rPr lang="en-US" b="0" i="0" dirty="0">
                <a:effectLst/>
                <a:latin typeface="Barlow" panose="00000500000000000000" pitchFamily="2" charset="0"/>
              </a:rPr>
              <a:t>indicating an appreciation for hierarchy and a top-down structure in society and organizations. If one were to encapsulate the Indian attitude, one could use the following words and phrases : dependent on the boss or the power holder for direction, acceptance of un-equal rights between the power-privileged and those who are lesser down in the pecking order, immediate superiors accessible but one layer above less so, paternalistic leader, management directs, gives reason / meaning to ones work life and rewards in exchange for loyalty from employees. attitude towards managers are formal even if one is on first name basis. Communication is top down and directive in its style and often feedback which is negative is never offered up the ladder.</a:t>
            </a:r>
            <a:endParaRPr lang="en-US" dirty="0"/>
          </a:p>
          <a:p>
            <a:endParaRPr lang="en-US" b="1" dirty="0"/>
          </a:p>
          <a:p>
            <a:r>
              <a:rPr lang="en-US" b="1" dirty="0"/>
              <a:t>Japan 54 </a:t>
            </a:r>
            <a:r>
              <a:rPr lang="en-US" b="0" i="0" dirty="0">
                <a:effectLst/>
                <a:latin typeface="Barlow" panose="00000500000000000000" pitchFamily="2" charset="0"/>
              </a:rPr>
              <a:t>borderline hierarchical society. Yes, Japanese are always conscious of their hierarchical position in any social setting and act accordingly. However, it is not as hierarchical as most of the other Asian cultures. Some foreigners experience Japan as extremely hierarchical because of their business experience of painstakingly slow decision making process: all the decisions must be confirmed by each hierarchical layer and finally by the top management</a:t>
            </a:r>
            <a:endParaRPr lang="en-US" dirty="0"/>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26</a:t>
            </a:fld>
            <a:endParaRPr lang="en-US"/>
          </a:p>
        </p:txBody>
      </p:sp>
    </p:spTree>
    <p:extLst>
      <p:ext uri="{BB962C8B-B14F-4D97-AF65-F5344CB8AC3E}">
        <p14:creationId xmlns:p14="http://schemas.microsoft.com/office/powerpoint/2010/main" val="31421171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27</a:t>
            </a:fld>
            <a:endParaRPr lang="en-US"/>
          </a:p>
        </p:txBody>
      </p:sp>
    </p:spTree>
    <p:extLst>
      <p:ext uri="{BB962C8B-B14F-4D97-AF65-F5344CB8AC3E}">
        <p14:creationId xmlns:p14="http://schemas.microsoft.com/office/powerpoint/2010/main" val="37460062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Nigeria 0 </a:t>
            </a:r>
            <a:r>
              <a:rPr lang="en-US" b="0" i="0" dirty="0">
                <a:effectLst/>
                <a:latin typeface="Barlow" panose="00000500000000000000" pitchFamily="2" charset="0"/>
              </a:rPr>
              <a:t>Nigeria, with a score of 0, the lowest score in the database, is a highly collectivistic society. This is manifest in a close long-term commitment to the member ‘group’, be that a family, extended family, or extended relationships. employer/employee relationships are perceived in moral terms (like a family link), hiring and promotion decisions take account of the employee’s in-group,</a:t>
            </a:r>
          </a:p>
          <a:p>
            <a:endParaRPr lang="en-US" b="0" i="0" dirty="0">
              <a:effectLst/>
              <a:latin typeface="Barlow" panose="00000500000000000000" pitchFamily="2" charset="0"/>
            </a:endParaRPr>
          </a:p>
          <a:p>
            <a:r>
              <a:rPr lang="en-US" b="0" i="0" dirty="0">
                <a:effectLst/>
                <a:latin typeface="Barlow" panose="00000500000000000000" pitchFamily="2" charset="0"/>
              </a:rPr>
              <a:t>Japan 62 Individualistic. Japanese society does not have an extended family system like China and Korea. Japan has been a paternalistic society and the family name and asset was inherited from the father to the eldest son. The younger siblings had to leave home and make their living with their core families. Japanese are famous for their loyalty to their companies, which people have chosen for themselves, which is an Individualist thing to do. You could say that the Japanese in-group is situational. Japanese are more private and reserved than most other Asians.</a:t>
            </a:r>
          </a:p>
          <a:p>
            <a:endParaRPr lang="en-US" b="0" i="0" dirty="0">
              <a:effectLst/>
              <a:latin typeface="Barlow" panose="00000500000000000000" pitchFamily="2" charset="0"/>
            </a:endParaRPr>
          </a:p>
          <a:p>
            <a:endParaRPr lang="en-US" b="0" i="0" dirty="0">
              <a:effectLst/>
              <a:latin typeface="Barlow" panose="00000500000000000000" pitchFamily="2" charset="0"/>
            </a:endParaRPr>
          </a:p>
          <a:p>
            <a:r>
              <a:rPr lang="en-US" b="0" i="0" dirty="0">
                <a:effectLst/>
                <a:latin typeface="Barlow" panose="00000500000000000000" pitchFamily="2" charset="0"/>
              </a:rPr>
              <a:t>India 24  is a society with both collectivistic and Individualist traits. he employer/employee relationship is one of the expectations based on expectations – Loyalty by the employee and almost familial protection by the Employer. Hiring and promotion decisions are often made based on relationships which are the key to everything in a Collectivist </a:t>
            </a:r>
            <a:r>
              <a:rPr lang="en-US" b="0" i="0" dirty="0" err="1">
                <a:effectLst/>
                <a:latin typeface="Barlow" panose="00000500000000000000" pitchFamily="2" charset="0"/>
              </a:rPr>
              <a:t>society.The</a:t>
            </a:r>
            <a:r>
              <a:rPr lang="en-US" b="0" i="0" dirty="0">
                <a:effectLst/>
                <a:latin typeface="Barlow" panose="00000500000000000000" pitchFamily="2" charset="0"/>
              </a:rPr>
              <a:t> collectivist side means that there is a high preference for belonging to a larger social framework in which individuals are expected to act for the greater good of one’s defined in-group(s)dominant religion/philosophy – Hinduism. The Hindus believe in a cycle of death and rebirth, with the manner of each rebirth being dependent upon how the individual lived the preceding life. People are, therefore, individually responsible for the way they lead their lives and the impact it will have upon their rebirth. </a:t>
            </a:r>
          </a:p>
          <a:p>
            <a:endParaRPr lang="en-US" b="0" i="0" dirty="0">
              <a:effectLst/>
              <a:latin typeface="Barlow" panose="00000500000000000000" pitchFamily="2" charset="0"/>
            </a:endParaRPr>
          </a:p>
          <a:p>
            <a:r>
              <a:rPr lang="en-US" b="0" i="0" dirty="0">
                <a:effectLst/>
                <a:latin typeface="Barlow" panose="00000500000000000000" pitchFamily="2" charset="0"/>
              </a:rPr>
              <a:t>https://www.hofstede-insights.com/country-comparison-tool?countries=greece%2Cindia%2Cjapan%2Cnigeria</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28</a:t>
            </a:fld>
            <a:endParaRPr lang="en-US"/>
          </a:p>
        </p:txBody>
      </p:sp>
    </p:spTree>
    <p:extLst>
      <p:ext uri="{BB962C8B-B14F-4D97-AF65-F5344CB8AC3E}">
        <p14:creationId xmlns:p14="http://schemas.microsoft.com/office/powerpoint/2010/main" val="790920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29</a:t>
            </a:fld>
            <a:endParaRPr lang="en-US"/>
          </a:p>
        </p:txBody>
      </p:sp>
    </p:spTree>
    <p:extLst>
      <p:ext uri="{BB962C8B-B14F-4D97-AF65-F5344CB8AC3E}">
        <p14:creationId xmlns:p14="http://schemas.microsoft.com/office/powerpoint/2010/main" val="4418929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High power distance China, India, Mexico Brazil</a:t>
            </a:r>
          </a:p>
          <a:p>
            <a:r>
              <a:rPr lang="en-GB" dirty="0"/>
              <a:t>Lower power distance Austria, Denmark UK</a:t>
            </a:r>
          </a:p>
        </p:txBody>
      </p:sp>
      <p:sp>
        <p:nvSpPr>
          <p:cNvPr id="4" name="Slide Number Placeholder 3"/>
          <p:cNvSpPr>
            <a:spLocks noGrp="1"/>
          </p:cNvSpPr>
          <p:nvPr>
            <p:ph type="sldNum" sz="quarter" idx="5"/>
          </p:nvPr>
        </p:nvSpPr>
        <p:spPr/>
        <p:txBody>
          <a:bodyPr/>
          <a:lstStyle/>
          <a:p>
            <a:fld id="{51D890D9-946C-F447-A007-CD62FC879AC5}" type="slidenum">
              <a:rPr lang="en-US" smtClean="0"/>
              <a:t>30</a:t>
            </a:fld>
            <a:endParaRPr lang="en-US"/>
          </a:p>
        </p:txBody>
      </p:sp>
    </p:spTree>
    <p:extLst>
      <p:ext uri="{BB962C8B-B14F-4D97-AF65-F5344CB8AC3E}">
        <p14:creationId xmlns:p14="http://schemas.microsoft.com/office/powerpoint/2010/main" val="7290505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Hofstede this is now called m</a:t>
            </a:r>
            <a:r>
              <a:rPr lang="en-US" b="0" i="0" dirty="0" err="1">
                <a:solidFill>
                  <a:srgbClr val="121212"/>
                </a:solidFill>
                <a:effectLst/>
                <a:latin typeface="Barlow" panose="00000500000000000000" pitchFamily="2" charset="0"/>
              </a:rPr>
              <a:t>otivation</a:t>
            </a:r>
            <a:r>
              <a:rPr lang="en-US" b="0" i="0" dirty="0">
                <a:solidFill>
                  <a:srgbClr val="121212"/>
                </a:solidFill>
                <a:effectLst/>
                <a:latin typeface="Barlow" panose="00000500000000000000" pitchFamily="2" charset="0"/>
              </a:rPr>
              <a:t> towards Achievement and Success- previously </a:t>
            </a:r>
            <a:r>
              <a:rPr lang="en-US" b="0" i="0" dirty="0" err="1">
                <a:solidFill>
                  <a:srgbClr val="121212"/>
                </a:solidFill>
                <a:effectLst/>
                <a:latin typeface="Barlow" panose="00000500000000000000" pitchFamily="2" charset="0"/>
              </a:rPr>
              <a:t>masculity</a:t>
            </a:r>
            <a:r>
              <a:rPr lang="en-US" b="0" i="0" dirty="0">
                <a:solidFill>
                  <a:srgbClr val="121212"/>
                </a:solidFill>
                <a:effectLst/>
                <a:latin typeface="Barlow" panose="00000500000000000000" pitchFamily="2" charset="0"/>
              </a:rPr>
              <a:t>/femininity</a:t>
            </a:r>
          </a:p>
          <a:p>
            <a:endParaRPr lang="en-US" b="0" i="0" dirty="0">
              <a:solidFill>
                <a:srgbClr val="121212"/>
              </a:solidFill>
              <a:effectLst/>
              <a:latin typeface="Barlow" panose="00000500000000000000" pitchFamily="2" charset="0"/>
            </a:endParaRPr>
          </a:p>
          <a:p>
            <a:r>
              <a:rPr lang="en-US" b="0" i="0" dirty="0">
                <a:effectLst/>
                <a:latin typeface="Barlow" panose="00000500000000000000" pitchFamily="2" charset="0"/>
              </a:rPr>
              <a:t>A high score (Decisive) on this dimension indicates that the society will be driven by competition, achievement and success, with success being defined by the winner / best in field - a value system that starts in school and continues throughout </a:t>
            </a:r>
            <a:r>
              <a:rPr lang="en-US" b="0" i="0" dirty="0" err="1">
                <a:effectLst/>
                <a:latin typeface="Barlow" panose="00000500000000000000" pitchFamily="2" charset="0"/>
              </a:rPr>
              <a:t>organisational</a:t>
            </a:r>
            <a:r>
              <a:rPr lang="en-US" b="0" i="0" dirty="0">
                <a:effectLst/>
                <a:latin typeface="Barlow" panose="00000500000000000000" pitchFamily="2" charset="0"/>
              </a:rPr>
              <a:t> life. A low score (Consensus-oriented) on the dimension means that the dominant values in society are caring for others and quality of life. A Consensus-oriented society is one where quality of life is the sign of success and standing out from the crowd is not admirable. The fundamental issue here is what motivates people, wanting to be the best (Decisive) or liking what you do (Consensus-oriented).</a:t>
            </a:r>
            <a:endParaRPr lang="en-US" b="0" i="0" dirty="0">
              <a:solidFill>
                <a:srgbClr val="121212"/>
              </a:solidFill>
              <a:effectLst/>
              <a:latin typeface="Barlow" panose="00000500000000000000" pitchFamily="2" charset="0"/>
            </a:endParaRPr>
          </a:p>
          <a:p>
            <a:endParaRPr lang="en-US" b="0" i="0" dirty="0">
              <a:solidFill>
                <a:srgbClr val="121212"/>
              </a:solidFill>
              <a:effectLst/>
              <a:latin typeface="Barlow" panose="00000500000000000000" pitchFamily="2" charset="0"/>
            </a:endParaRPr>
          </a:p>
          <a:p>
            <a:r>
              <a:rPr lang="en-US" b="0" i="0" dirty="0">
                <a:solidFill>
                  <a:srgbClr val="121212"/>
                </a:solidFill>
                <a:effectLst/>
                <a:latin typeface="Barlow" panose="00000500000000000000" pitchFamily="2" charset="0"/>
              </a:rPr>
              <a:t>Out of 100</a:t>
            </a:r>
          </a:p>
          <a:p>
            <a:r>
              <a:rPr lang="en-US" b="0" i="0" dirty="0">
                <a:solidFill>
                  <a:srgbClr val="121212"/>
                </a:solidFill>
                <a:effectLst/>
                <a:latin typeface="Barlow" panose="00000500000000000000" pitchFamily="2" charset="0"/>
              </a:rPr>
              <a:t>Where do you think the UK sits? (66, Decisive)</a:t>
            </a:r>
          </a:p>
          <a:p>
            <a:r>
              <a:rPr lang="en-US" b="0" i="0" dirty="0">
                <a:solidFill>
                  <a:srgbClr val="121212"/>
                </a:solidFill>
                <a:effectLst/>
                <a:latin typeface="Barlow" panose="00000500000000000000" pitchFamily="2" charset="0"/>
              </a:rPr>
              <a:t>Where do you think your home country sits?</a:t>
            </a:r>
            <a:endParaRPr lang="en-GB" b="0" dirty="0"/>
          </a:p>
        </p:txBody>
      </p:sp>
      <p:sp>
        <p:nvSpPr>
          <p:cNvPr id="4" name="Slide Number Placeholder 3"/>
          <p:cNvSpPr>
            <a:spLocks noGrp="1"/>
          </p:cNvSpPr>
          <p:nvPr>
            <p:ph type="sldNum" sz="quarter" idx="5"/>
          </p:nvPr>
        </p:nvSpPr>
        <p:spPr/>
        <p:txBody>
          <a:bodyPr/>
          <a:lstStyle/>
          <a:p>
            <a:fld id="{51D890D9-946C-F447-A007-CD62FC879AC5}" type="slidenum">
              <a:rPr lang="en-US" smtClean="0"/>
              <a:t>31</a:t>
            </a:fld>
            <a:endParaRPr lang="en-US"/>
          </a:p>
        </p:txBody>
      </p:sp>
    </p:spTree>
    <p:extLst>
      <p:ext uri="{BB962C8B-B14F-4D97-AF65-F5344CB8AC3E}">
        <p14:creationId xmlns:p14="http://schemas.microsoft.com/office/powerpoint/2010/main" val="38943551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Covid</a:t>
            </a:r>
          </a:p>
          <a:p>
            <a:r>
              <a:rPr lang="en-GB" dirty="0"/>
              <a:t>Changing attitudes</a:t>
            </a:r>
          </a:p>
          <a:p>
            <a:r>
              <a:rPr lang="en-GB" dirty="0"/>
              <a:t>Hofstede in the 80’s</a:t>
            </a:r>
          </a:p>
          <a:p>
            <a:r>
              <a:rPr lang="en-US" b="1" i="0" dirty="0">
                <a:effectLst/>
                <a:latin typeface="Barlow" panose="00000500000000000000" pitchFamily="2" charset="0"/>
              </a:rPr>
              <a:t>In more Decisive countries the focus is on success and achievements, validated by material gains. Work is the center of one’s life and visible symbols of success in the workplace are very important.</a:t>
            </a:r>
            <a:endParaRPr lang="en-GB" b="1" dirty="0"/>
          </a:p>
          <a:p>
            <a:endParaRPr lang="en-GB" dirty="0"/>
          </a:p>
          <a:p>
            <a:r>
              <a:rPr lang="en-GB" dirty="0"/>
              <a:t>Now change to decisive or consensus oriented. (MTS) Motivation towards achievement and success</a:t>
            </a:r>
          </a:p>
          <a:p>
            <a:r>
              <a:rPr lang="en-GB" b="1" dirty="0"/>
              <a:t>UK 66 </a:t>
            </a:r>
            <a:r>
              <a:rPr lang="en-US" b="0" i="0" dirty="0">
                <a:effectLst/>
                <a:latin typeface="Barlow" panose="00000500000000000000" pitchFamily="2" charset="0"/>
              </a:rPr>
              <a:t>Britain is a Decisive society – highly success oriented and driven. A key point of confusion for the foreigner lies in the apparent contradiction between the British culture of modesty and understatement, which is at odds with the underlying success driven value system in the culture. Critical to understanding the British is being able to ‘’read between the lines’’ What is said is not always what is meant. </a:t>
            </a:r>
            <a:endParaRPr lang="en-GB" dirty="0"/>
          </a:p>
          <a:p>
            <a:r>
              <a:rPr lang="en-GB" b="1" dirty="0"/>
              <a:t>Nigeria 60 </a:t>
            </a:r>
            <a:r>
              <a:rPr lang="en-US" b="0" i="0" dirty="0">
                <a:effectLst/>
                <a:latin typeface="Barlow" panose="00000500000000000000" pitchFamily="2" charset="0"/>
              </a:rPr>
              <a:t>Motivation towards Achievement and Success, people “live in order to work”. Managers are expected to be decisive and assertive, the emphasis is on equity, competition and performance </a:t>
            </a:r>
          </a:p>
          <a:p>
            <a:endParaRPr lang="en-US" b="0" i="0" dirty="0">
              <a:effectLst/>
              <a:latin typeface="Barlow" panose="00000500000000000000" pitchFamily="2" charset="0"/>
            </a:endParaRPr>
          </a:p>
          <a:p>
            <a:r>
              <a:rPr lang="en-GB" b="1" dirty="0"/>
              <a:t>India 56 </a:t>
            </a:r>
            <a:r>
              <a:rPr lang="en-US" b="0" i="0" dirty="0">
                <a:effectLst/>
                <a:latin typeface="Barlow" panose="00000500000000000000" pitchFamily="2" charset="0"/>
              </a:rPr>
              <a:t>India scores 56 on Motivation towards Achievement and Success and is thus considered a Decisive society. India is actually very Decisive in terms of visual display of success and power. The designer brand label, the flash and ostentation that goes with advertising one’s success, is widely practiced. It is an ancient country with one of the longest surviving cultures which gives it ample lessons in the value of humility and abstinence. </a:t>
            </a:r>
            <a:endParaRPr lang="en-GB" dirty="0"/>
          </a:p>
          <a:p>
            <a:r>
              <a:rPr lang="en-GB" b="1" dirty="0"/>
              <a:t>Sweden 5</a:t>
            </a:r>
          </a:p>
          <a:p>
            <a:r>
              <a:rPr lang="en-GB" b="1" dirty="0"/>
              <a:t>Japan 95</a:t>
            </a:r>
            <a:r>
              <a:rPr lang="en-US" b="0" i="0" dirty="0">
                <a:effectLst/>
                <a:latin typeface="Barlow" panose="00000500000000000000" pitchFamily="2" charset="0"/>
              </a:rPr>
              <a:t>At 95, Japan is one of the most Decisive societies in the world. However, in combination with their mild collectivism, you do not see assertive and competitive individual behaviors which we often associate with a Decisive culture. </a:t>
            </a:r>
            <a:r>
              <a:rPr lang="en-US" b="1" i="0" dirty="0">
                <a:effectLst/>
                <a:latin typeface="Barlow" panose="00000500000000000000" pitchFamily="2" charset="0"/>
              </a:rPr>
              <a:t>What you see is severe competition between groups.</a:t>
            </a:r>
            <a:endParaRPr lang="en-GB" b="1" dirty="0"/>
          </a:p>
        </p:txBody>
      </p:sp>
      <p:sp>
        <p:nvSpPr>
          <p:cNvPr id="4" name="Slide Number Placeholder 3"/>
          <p:cNvSpPr>
            <a:spLocks noGrp="1"/>
          </p:cNvSpPr>
          <p:nvPr>
            <p:ph type="sldNum" sz="quarter" idx="5"/>
          </p:nvPr>
        </p:nvSpPr>
        <p:spPr/>
        <p:txBody>
          <a:bodyPr/>
          <a:lstStyle/>
          <a:p>
            <a:fld id="{51D890D9-946C-F447-A007-CD62FC879AC5}" type="slidenum">
              <a:rPr lang="en-US" smtClean="0"/>
              <a:t>32</a:t>
            </a:fld>
            <a:endParaRPr lang="en-US"/>
          </a:p>
        </p:txBody>
      </p:sp>
    </p:spTree>
    <p:extLst>
      <p:ext uri="{BB962C8B-B14F-4D97-AF65-F5344CB8AC3E}">
        <p14:creationId xmlns:p14="http://schemas.microsoft.com/office/powerpoint/2010/main" val="26587922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UK 35 </a:t>
            </a:r>
            <a:r>
              <a:rPr lang="en-US" b="0" i="0" dirty="0">
                <a:effectLst/>
                <a:latin typeface="Barlow" panose="00000500000000000000" pitchFamily="2" charset="0"/>
              </a:rPr>
              <a:t>as a nation they are quite happy to wake up not knowing what the day brings and they are happy to ‘make it up as they go along’ changing plans as new information comes to light. In work terms this results in planning that is not detail oriented – the end goal will be clear (due to high MAS) but the detail of how we get there will be light and the actual process fluid and flexible to emerging and changing environment. Planning horizons will also be shorter.</a:t>
            </a:r>
          </a:p>
          <a:p>
            <a:endParaRPr lang="en-US" b="0" i="0" dirty="0">
              <a:effectLst/>
              <a:latin typeface="Barlow" panose="00000500000000000000" pitchFamily="2" charset="0"/>
            </a:endParaRPr>
          </a:p>
          <a:p>
            <a:r>
              <a:rPr lang="en-GB" dirty="0"/>
              <a:t>India 40 </a:t>
            </a:r>
            <a:r>
              <a:rPr lang="en-US" b="0" i="0" dirty="0">
                <a:effectLst/>
                <a:latin typeface="Barlow" panose="00000500000000000000" pitchFamily="2" charset="0"/>
              </a:rPr>
              <a:t>medium low preference for avoiding uncertainty. In India, there is acceptance of imperfection; nothing has to be perfect nor has to go exactly as planned. India is traditionally a patient country where tolerance for the unexpected is high ; even welcomed as a break from monotony. Rules are often in place just to be circumvented and one relies on innovative methods to “bypass the system”. comfortably settle into established rolls and routines without questioning.</a:t>
            </a:r>
            <a:endParaRPr lang="en-GB" dirty="0"/>
          </a:p>
          <a:p>
            <a:endParaRPr lang="en-GB" dirty="0"/>
          </a:p>
          <a:p>
            <a:r>
              <a:rPr lang="en-GB" dirty="0"/>
              <a:t>Nigeria 55- not a clear preference</a:t>
            </a:r>
          </a:p>
          <a:p>
            <a:endParaRPr lang="en-GB" dirty="0"/>
          </a:p>
          <a:p>
            <a:r>
              <a:rPr lang="en-GB" dirty="0"/>
              <a:t>Japan 92 </a:t>
            </a:r>
            <a:r>
              <a:rPr lang="en-US" b="0" i="0" dirty="0">
                <a:effectLst/>
                <a:latin typeface="Barlow" panose="00000500000000000000" pitchFamily="2" charset="0"/>
              </a:rPr>
              <a:t>one of the most uncertainty avoiding countries on earth. This is often attributed to the fact that Japan is constantly threatened by natural disasters from earthquakes, tsunamis (this is a Japanese word used internationally), typhoons to volcano eruptions. Under these circumstances Japanese learned to prepare themselves for any uncertain situation. In corporate Japan, a lot of time and effort is put into feasibility studies and all the risk factors must be worked out before any project can start. Managers ask for all the detailed facts and figures before taking any decision. This high need for </a:t>
            </a:r>
            <a:r>
              <a:rPr lang="en-US" b="1" i="0" dirty="0">
                <a:effectLst/>
                <a:latin typeface="Barlow" panose="00000500000000000000" pitchFamily="2" charset="0"/>
              </a:rPr>
              <a:t>Uncertainty Avoidance is one of the reasons why changes are so difficult to realize in Japan</a:t>
            </a:r>
            <a:r>
              <a:rPr lang="en-US" b="0" i="0" dirty="0">
                <a:effectLst/>
                <a:latin typeface="Barlow" panose="00000500000000000000" pitchFamily="2" charset="0"/>
              </a:rPr>
              <a:t>.</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33</a:t>
            </a:fld>
            <a:endParaRPr lang="en-US"/>
          </a:p>
        </p:txBody>
      </p:sp>
    </p:spTree>
    <p:extLst>
      <p:ext uri="{BB962C8B-B14F-4D97-AF65-F5344CB8AC3E}">
        <p14:creationId xmlns:p14="http://schemas.microsoft.com/office/powerpoint/2010/main" val="25848090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Differentiates cultures based on their preferences on 7 dimensions</a:t>
            </a:r>
          </a:p>
        </p:txBody>
      </p:sp>
      <p:sp>
        <p:nvSpPr>
          <p:cNvPr id="4" name="Slide Number Placeholder 3"/>
          <p:cNvSpPr>
            <a:spLocks noGrp="1"/>
          </p:cNvSpPr>
          <p:nvPr>
            <p:ph type="sldNum" sz="quarter" idx="5"/>
          </p:nvPr>
        </p:nvSpPr>
        <p:spPr/>
        <p:txBody>
          <a:bodyPr/>
          <a:lstStyle/>
          <a:p>
            <a:fld id="{51D890D9-946C-F447-A007-CD62FC879AC5}" type="slidenum">
              <a:rPr lang="en-US" smtClean="0"/>
              <a:t>34</a:t>
            </a:fld>
            <a:endParaRPr lang="en-US"/>
          </a:p>
        </p:txBody>
      </p:sp>
    </p:spTree>
    <p:extLst>
      <p:ext uri="{BB962C8B-B14F-4D97-AF65-F5344CB8AC3E}">
        <p14:creationId xmlns:p14="http://schemas.microsoft.com/office/powerpoint/2010/main" val="34511640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35</a:t>
            </a:fld>
            <a:endParaRPr lang="en-US"/>
          </a:p>
        </p:txBody>
      </p:sp>
    </p:spTree>
    <p:extLst>
      <p:ext uri="{BB962C8B-B14F-4D97-AF65-F5344CB8AC3E}">
        <p14:creationId xmlns:p14="http://schemas.microsoft.com/office/powerpoint/2010/main" val="31242389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a universalist culture- keep your promises, be consistent and explain your logic.</a:t>
            </a:r>
          </a:p>
          <a:p>
            <a:r>
              <a:rPr lang="en-GB" dirty="0"/>
              <a:t>In a </a:t>
            </a:r>
            <a:r>
              <a:rPr lang="en-GB" dirty="0" err="1"/>
              <a:t>particularist</a:t>
            </a:r>
            <a:r>
              <a:rPr lang="en-GB" dirty="0"/>
              <a:t> culture – invest in relationship building, respect people’s needs, call out important rules. Can bend the rules for friends family</a:t>
            </a:r>
          </a:p>
          <a:p>
            <a:pPr algn="l"/>
            <a:r>
              <a:rPr lang="en-GB" b="0" i="0" dirty="0">
                <a:solidFill>
                  <a:srgbClr val="202124"/>
                </a:solidFill>
                <a:effectLst/>
                <a:latin typeface="Google Sans"/>
              </a:rPr>
              <a:t>Latin America?</a:t>
            </a:r>
            <a:endParaRPr lang="en-GB" b="0" i="0" dirty="0">
              <a:solidFill>
                <a:srgbClr val="202124"/>
              </a:solidFill>
              <a:effectLst/>
              <a:latin typeface="arial" panose="020B0604020202020204" pitchFamily="34" charset="0"/>
            </a:endParaRPr>
          </a:p>
          <a:p>
            <a:pPr algn="l"/>
            <a:r>
              <a:rPr lang="en-GB" b="0" i="0" dirty="0">
                <a:solidFill>
                  <a:srgbClr val="4D5156"/>
                </a:solidFill>
                <a:effectLst/>
                <a:latin typeface="Google Sans"/>
              </a:rPr>
              <a:t>Includes 21 countries or territories: Mexico in North America; Guatemala, Honduras, El Salvador, Nicaragua, Costa Rica and Panama in Central America; Colombia, Venezuela, Ecuador, Peru, Bolivia, Brazil, Paraguay, Chile, Argentina and Uruguay in South America; and Cuba, Haiti, the Dominican Republic and Puerto Rico</a:t>
            </a:r>
            <a:endParaRPr lang="en-GB" b="0" i="0" dirty="0">
              <a:solidFill>
                <a:srgbClr val="202124"/>
              </a:solidFill>
              <a:effectLst/>
              <a:latin typeface="arial" panose="020B0604020202020204" pitchFamily="34" charset="0"/>
            </a:endParaRP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36</a:t>
            </a:fld>
            <a:endParaRPr lang="en-US"/>
          </a:p>
        </p:txBody>
      </p:sp>
    </p:spTree>
    <p:extLst>
      <p:ext uri="{BB962C8B-B14F-4D97-AF65-F5344CB8AC3E}">
        <p14:creationId xmlns:p14="http://schemas.microsoft.com/office/powerpoint/2010/main" val="31712475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Do people want to achieve recognition for their individual achievement?</a:t>
            </a:r>
          </a:p>
          <a:p>
            <a:endParaRPr lang="en-GB" dirty="0"/>
          </a:p>
          <a:p>
            <a:r>
              <a:rPr lang="en-GB" dirty="0"/>
              <a:t>Clearly building on Hofstede</a:t>
            </a:r>
          </a:p>
          <a:p>
            <a:endParaRPr lang="en-GB" dirty="0"/>
          </a:p>
          <a:p>
            <a:r>
              <a:rPr lang="en-GB" dirty="0"/>
              <a:t>Individualistic- decision makers can make decisions without consulting others, therefore happens more quickly. Look after own happiness</a:t>
            </a:r>
          </a:p>
          <a:p>
            <a:r>
              <a:rPr lang="en-GB" dirty="0"/>
              <a:t>Working in these cultures you should reward on an individual basis, encourage use of initiative, try and align the individuals needs with those of the organisation</a:t>
            </a:r>
          </a:p>
          <a:p>
            <a:endParaRPr lang="en-GB" dirty="0"/>
          </a:p>
          <a:p>
            <a:r>
              <a:rPr lang="en-GB" dirty="0"/>
              <a:t>Communitarianism- Organised around groups- loyalty is important. Decision making takes longer as everyone inputs. Job turnover is lower due to high group loyalty</a:t>
            </a:r>
          </a:p>
          <a:p>
            <a:r>
              <a:rPr lang="en-GB" dirty="0"/>
              <a:t>Reward group in public and praise group in public. Praise individuals in private. Whole team should be included in decision making.</a:t>
            </a:r>
          </a:p>
          <a:p>
            <a:endParaRPr lang="en-GB" dirty="0"/>
          </a:p>
          <a:p>
            <a:r>
              <a:rPr lang="en-US" b="0" i="0" dirty="0">
                <a:solidFill>
                  <a:srgbClr val="202122"/>
                </a:solidFill>
                <a:effectLst/>
                <a:latin typeface="Arial" panose="020B0604020202020204" pitchFamily="34" charset="0"/>
              </a:rPr>
              <a:t>Trompenaars research yielded some interesting results and suggested that cultures may change more quickly than many people realize. It may not be surprising to see a country like the United States with high individualism, but Mexico and the former communist countries of Czechoslovakia and the Soviet Union were also found to be individualistic in Trompenaars research. In Mexico, the shift from a previously communitarian culture could be explained with its membership in NAFTA and involvement in the global economy. This contrasts with </a:t>
            </a:r>
            <a:r>
              <a:rPr lang="en-US" b="0" i="0" u="none" strike="noStrike" dirty="0">
                <a:solidFill>
                  <a:srgbClr val="3366CC"/>
                </a:solidFill>
                <a:effectLst/>
                <a:latin typeface="Arial" panose="020B0604020202020204" pitchFamily="34" charset="0"/>
                <a:hlinkClick r:id="rId3" tooltip="Hofstede's cultural dimensions theory"/>
              </a:rPr>
              <a:t>Hofstede's</a:t>
            </a:r>
            <a:r>
              <a:rPr lang="en-US" b="0" i="0" dirty="0">
                <a:solidFill>
                  <a:srgbClr val="202122"/>
                </a:solidFill>
                <a:effectLst/>
                <a:latin typeface="Arial" panose="020B0604020202020204" pitchFamily="34" charset="0"/>
              </a:rPr>
              <a:t> earlier research, which found these countries to be collectivist, and shows the dynamic and complex nature of culture. Countries with high communitarianism include Germany, China, France, Japan, and Singapore</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37</a:t>
            </a:fld>
            <a:endParaRPr lang="en-US"/>
          </a:p>
        </p:txBody>
      </p:sp>
    </p:spTree>
    <p:extLst>
      <p:ext uri="{BB962C8B-B14F-4D97-AF65-F5344CB8AC3E}">
        <p14:creationId xmlns:p14="http://schemas.microsoft.com/office/powerpoint/2010/main" val="12457398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Specific culture- personal and work life are separate, no overlap. Schedule focused, direct in communication and more goal oriented. Tips for working with this culture would be to have an agenda a stick to it.  Set objectives for people first then build relationships.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Diffuse culture- personal and work life are interconnected. Objectives are better achieved when relationships are strong. Colleagues socialise outside of work. Courteous and respect age, status and background more.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Tips- build relationships first. Expect invitations to social occasions- you should commit to attending them. Expect to talk business in a variety of settings and personal in the workplace</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38</a:t>
            </a:fld>
            <a:endParaRPr lang="en-US"/>
          </a:p>
        </p:txBody>
      </p:sp>
    </p:spTree>
    <p:extLst>
      <p:ext uri="{BB962C8B-B14F-4D97-AF65-F5344CB8AC3E}">
        <p14:creationId xmlns:p14="http://schemas.microsoft.com/office/powerpoint/2010/main" val="16580174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Neutral- appear cool and rational</a:t>
            </a:r>
          </a:p>
          <a:p>
            <a:r>
              <a:rPr lang="en-GB" dirty="0"/>
              <a:t>Tips to work with this culture- keep what you say and what your face shows in check. People in these cultures are less likely to show true emotions. Need to read between the lines. Stay on topic in meetings</a:t>
            </a:r>
          </a:p>
          <a:p>
            <a:r>
              <a:rPr lang="en-GB" dirty="0"/>
              <a:t>Affective- share emotions in the workplace- normal</a:t>
            </a:r>
          </a:p>
          <a:p>
            <a:r>
              <a:rPr lang="en-GB" dirty="0"/>
              <a:t>Tips- use your emotions to communicate and share how you are feeling in the workplace. Maybe learn some techniques to diffuse high emotion situations</a:t>
            </a:r>
          </a:p>
          <a:p>
            <a:endParaRPr lang="en-GB" dirty="0"/>
          </a:p>
          <a:p>
            <a:r>
              <a:rPr lang="en-US" b="0" i="0" dirty="0">
                <a:solidFill>
                  <a:srgbClr val="202122"/>
                </a:solidFill>
                <a:effectLst/>
                <a:latin typeface="Arial" panose="020B0604020202020204" pitchFamily="34" charset="0"/>
              </a:rPr>
              <a:t> In emotional cultures, people often smile, talk loudly when excited, and greet each other with enthusiasm. So, when people from neutral culture are doing business in an emotional culture they should be ready for a potentially animated and boisterous meeting and should try to respond warmly. As for those from an emotional culture doing business in a neutral culture, they should not be put off by a lack of emotion.</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39</a:t>
            </a:fld>
            <a:endParaRPr lang="en-US"/>
          </a:p>
        </p:txBody>
      </p:sp>
    </p:spTree>
    <p:extLst>
      <p:ext uri="{BB962C8B-B14F-4D97-AF65-F5344CB8AC3E}">
        <p14:creationId xmlns:p14="http://schemas.microsoft.com/office/powerpoint/2010/main" val="9278508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Achievement- job titles are earned and reflect knowledge and skill. Anyone can challenge a decision is they have a reasonable argument</a:t>
            </a:r>
          </a:p>
          <a:p>
            <a:r>
              <a:rPr lang="en-GB" dirty="0"/>
              <a:t>Ascription- given status because of social status, education or age. Earn respect due to commitment to organisation- not abilities. Decisions only challenged by higher authority.</a:t>
            </a:r>
          </a:p>
          <a:p>
            <a:endParaRPr lang="en-GB" dirty="0"/>
          </a:p>
          <a:p>
            <a:r>
              <a:rPr lang="en-GB" dirty="0"/>
              <a:t>Tips for achievement culture: Praise in front of piers, avoid using titles and reward individual performance</a:t>
            </a:r>
          </a:p>
          <a:p>
            <a:r>
              <a:rPr lang="en-GB" dirty="0"/>
              <a:t>Ascription tips- use titles. If going to challenge a </a:t>
            </a:r>
            <a:r>
              <a:rPr lang="en-GB" dirty="0" err="1"/>
              <a:t>decison</a:t>
            </a:r>
            <a:r>
              <a:rPr lang="en-GB" dirty="0"/>
              <a:t> need to handle this carefully as need to show respect to superiors</a:t>
            </a:r>
          </a:p>
        </p:txBody>
      </p:sp>
      <p:sp>
        <p:nvSpPr>
          <p:cNvPr id="4" name="Slide Number Placeholder 3"/>
          <p:cNvSpPr>
            <a:spLocks noGrp="1"/>
          </p:cNvSpPr>
          <p:nvPr>
            <p:ph type="sldNum" sz="quarter" idx="5"/>
          </p:nvPr>
        </p:nvSpPr>
        <p:spPr/>
        <p:txBody>
          <a:bodyPr/>
          <a:lstStyle/>
          <a:p>
            <a:fld id="{51D890D9-946C-F447-A007-CD62FC879AC5}" type="slidenum">
              <a:rPr lang="en-US" smtClean="0"/>
              <a:t>40</a:t>
            </a:fld>
            <a:endParaRPr lang="en-US"/>
          </a:p>
        </p:txBody>
      </p:sp>
    </p:spTree>
    <p:extLst>
      <p:ext uri="{BB962C8B-B14F-4D97-AF65-F5344CB8AC3E}">
        <p14:creationId xmlns:p14="http://schemas.microsoft.com/office/powerpoint/2010/main" val="6877784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Synchronous time- lots at once. The past present and future are interwoven. Plans are flexible, punctuality less important. </a:t>
            </a:r>
            <a:r>
              <a:rPr lang="en-GB" dirty="0" err="1"/>
              <a:t>Eg</a:t>
            </a:r>
            <a:r>
              <a:rPr lang="en-GB" dirty="0"/>
              <a:t> Japan, India and Mexico. Latin America, and Arabic cultures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Time is money.</a:t>
            </a:r>
          </a:p>
          <a:p>
            <a:endParaRPr lang="en-GB" dirty="0"/>
          </a:p>
          <a:p>
            <a:r>
              <a:rPr lang="en-GB" dirty="0"/>
              <a:t>Sequential time cultures tips- keep to deadlines, be punctual.</a:t>
            </a:r>
          </a:p>
          <a:p>
            <a:r>
              <a:rPr lang="en-GB" dirty="0"/>
              <a:t>Synchronous time- allow time for autonomy with in schedule, allow time for latecomers. Be explicit about inflexible deadlines</a:t>
            </a:r>
          </a:p>
        </p:txBody>
      </p:sp>
      <p:sp>
        <p:nvSpPr>
          <p:cNvPr id="4" name="Slide Number Placeholder 3"/>
          <p:cNvSpPr>
            <a:spLocks noGrp="1"/>
          </p:cNvSpPr>
          <p:nvPr>
            <p:ph type="sldNum" sz="quarter" idx="5"/>
          </p:nvPr>
        </p:nvSpPr>
        <p:spPr/>
        <p:txBody>
          <a:bodyPr/>
          <a:lstStyle/>
          <a:p>
            <a:fld id="{51D890D9-946C-F447-A007-CD62FC879AC5}" type="slidenum">
              <a:rPr lang="en-US" smtClean="0"/>
              <a:t>41</a:t>
            </a:fld>
            <a:endParaRPr lang="en-US"/>
          </a:p>
        </p:txBody>
      </p:sp>
    </p:spTree>
    <p:extLst>
      <p:ext uri="{BB962C8B-B14F-4D97-AF65-F5344CB8AC3E}">
        <p14:creationId xmlns:p14="http://schemas.microsoft.com/office/powerpoint/2010/main" val="14067749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Internal- winning important in these cultures therefore aggressive personalities are prevalent.</a:t>
            </a:r>
          </a:p>
          <a:p>
            <a:r>
              <a:rPr lang="en-GB" dirty="0"/>
              <a:t>Tips to work with people in these cultures: allow setting of own development plans, set clear goals, be open about disagreement and allow constructive disagreement</a:t>
            </a:r>
          </a:p>
          <a:p>
            <a:r>
              <a:rPr lang="en-GB" dirty="0"/>
              <a:t>External- winning not so important as maintaining strong relationships- </a:t>
            </a:r>
          </a:p>
          <a:p>
            <a:r>
              <a:rPr lang="en-GB" dirty="0"/>
              <a:t>Tips: use feedback not goals. Allow autonomy- the use of relationships to achieve results. Give the right resources. Balance negative and positive feedback</a:t>
            </a:r>
          </a:p>
        </p:txBody>
      </p:sp>
      <p:sp>
        <p:nvSpPr>
          <p:cNvPr id="4" name="Slide Number Placeholder 3"/>
          <p:cNvSpPr>
            <a:spLocks noGrp="1"/>
          </p:cNvSpPr>
          <p:nvPr>
            <p:ph type="sldNum" sz="quarter" idx="5"/>
          </p:nvPr>
        </p:nvSpPr>
        <p:spPr/>
        <p:txBody>
          <a:bodyPr/>
          <a:lstStyle/>
          <a:p>
            <a:fld id="{51D890D9-946C-F447-A007-CD62FC879AC5}" type="slidenum">
              <a:rPr lang="en-US" smtClean="0"/>
              <a:t>42</a:t>
            </a:fld>
            <a:endParaRPr lang="en-US"/>
          </a:p>
        </p:txBody>
      </p:sp>
    </p:spTree>
    <p:extLst>
      <p:ext uri="{BB962C8B-B14F-4D97-AF65-F5344CB8AC3E}">
        <p14:creationId xmlns:p14="http://schemas.microsoft.com/office/powerpoint/2010/main" val="11211051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43</a:t>
            </a:fld>
            <a:endParaRPr lang="en-US"/>
          </a:p>
        </p:txBody>
      </p:sp>
    </p:spTree>
    <p:extLst>
      <p:ext uri="{BB962C8B-B14F-4D97-AF65-F5344CB8AC3E}">
        <p14:creationId xmlns:p14="http://schemas.microsoft.com/office/powerpoint/2010/main" val="17957725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44</a:t>
            </a:fld>
            <a:endParaRPr lang="en-US"/>
          </a:p>
        </p:txBody>
      </p:sp>
    </p:spTree>
    <p:extLst>
      <p:ext uri="{BB962C8B-B14F-4D97-AF65-F5344CB8AC3E}">
        <p14:creationId xmlns:p14="http://schemas.microsoft.com/office/powerpoint/2010/main" val="40282252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45</a:t>
            </a:fld>
            <a:endParaRPr lang="en-US"/>
          </a:p>
        </p:txBody>
      </p:sp>
    </p:spTree>
    <p:extLst>
      <p:ext uri="{BB962C8B-B14F-4D97-AF65-F5344CB8AC3E}">
        <p14:creationId xmlns:p14="http://schemas.microsoft.com/office/powerpoint/2010/main" val="29277911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46</a:t>
            </a:fld>
            <a:endParaRPr lang="en-US"/>
          </a:p>
        </p:txBody>
      </p:sp>
    </p:spTree>
    <p:extLst>
      <p:ext uri="{BB962C8B-B14F-4D97-AF65-F5344CB8AC3E}">
        <p14:creationId xmlns:p14="http://schemas.microsoft.com/office/powerpoint/2010/main" val="11797138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47</a:t>
            </a:fld>
            <a:endParaRPr lang="en-US"/>
          </a:p>
        </p:txBody>
      </p:sp>
    </p:spTree>
    <p:extLst>
      <p:ext uri="{BB962C8B-B14F-4D97-AF65-F5344CB8AC3E}">
        <p14:creationId xmlns:p14="http://schemas.microsoft.com/office/powerpoint/2010/main" val="13201353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48</a:t>
            </a:fld>
            <a:endParaRPr lang="en-US"/>
          </a:p>
        </p:txBody>
      </p:sp>
    </p:spTree>
    <p:extLst>
      <p:ext uri="{BB962C8B-B14F-4D97-AF65-F5344CB8AC3E}">
        <p14:creationId xmlns:p14="http://schemas.microsoft.com/office/powerpoint/2010/main" val="15211387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49</a:t>
            </a:fld>
            <a:endParaRPr lang="en-US"/>
          </a:p>
        </p:txBody>
      </p:sp>
    </p:spTree>
    <p:extLst>
      <p:ext uri="{BB962C8B-B14F-4D97-AF65-F5344CB8AC3E}">
        <p14:creationId xmlns:p14="http://schemas.microsoft.com/office/powerpoint/2010/main" val="345617272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57</a:t>
            </a:fld>
            <a:endParaRPr lang="en-US"/>
          </a:p>
        </p:txBody>
      </p:sp>
    </p:spTree>
    <p:extLst>
      <p:ext uri="{BB962C8B-B14F-4D97-AF65-F5344CB8AC3E}">
        <p14:creationId xmlns:p14="http://schemas.microsoft.com/office/powerpoint/2010/main" val="25590352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58</a:t>
            </a:fld>
            <a:endParaRPr lang="en-US"/>
          </a:p>
        </p:txBody>
      </p:sp>
    </p:spTree>
    <p:extLst>
      <p:ext uri="{BB962C8B-B14F-4D97-AF65-F5344CB8AC3E}">
        <p14:creationId xmlns:p14="http://schemas.microsoft.com/office/powerpoint/2010/main" val="5078994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59</a:t>
            </a:fld>
            <a:endParaRPr lang="en-US"/>
          </a:p>
        </p:txBody>
      </p:sp>
    </p:spTree>
    <p:extLst>
      <p:ext uri="{BB962C8B-B14F-4D97-AF65-F5344CB8AC3E}">
        <p14:creationId xmlns:p14="http://schemas.microsoft.com/office/powerpoint/2010/main" val="25235407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60</a:t>
            </a:fld>
            <a:endParaRPr lang="en-US"/>
          </a:p>
        </p:txBody>
      </p:sp>
    </p:spTree>
    <p:extLst>
      <p:ext uri="{BB962C8B-B14F-4D97-AF65-F5344CB8AC3E}">
        <p14:creationId xmlns:p14="http://schemas.microsoft.com/office/powerpoint/2010/main" val="3694198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61</a:t>
            </a:fld>
            <a:endParaRPr lang="en-US"/>
          </a:p>
        </p:txBody>
      </p:sp>
    </p:spTree>
    <p:extLst>
      <p:ext uri="{BB962C8B-B14F-4D97-AF65-F5344CB8AC3E}">
        <p14:creationId xmlns:p14="http://schemas.microsoft.com/office/powerpoint/2010/main" val="262721311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62</a:t>
            </a:fld>
            <a:endParaRPr lang="en-US"/>
          </a:p>
        </p:txBody>
      </p:sp>
    </p:spTree>
    <p:extLst>
      <p:ext uri="{BB962C8B-B14F-4D97-AF65-F5344CB8AC3E}">
        <p14:creationId xmlns:p14="http://schemas.microsoft.com/office/powerpoint/2010/main" val="6347507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ogo Intro - Blue">
    <p:bg>
      <p:bgPr>
        <a:solidFill>
          <a:srgbClr val="3E77C0"/>
        </a:solidFill>
        <a:effectLst/>
      </p:bgPr>
    </p:bg>
    <p:spTree>
      <p:nvGrpSpPr>
        <p:cNvPr id="1" name=""/>
        <p:cNvGrpSpPr/>
        <p:nvPr/>
      </p:nvGrpSpPr>
      <p:grpSpPr>
        <a:xfrm>
          <a:off x="0" y="0"/>
          <a:ext cx="0" cy="0"/>
          <a:chOff x="0" y="0"/>
          <a:chExt cx="0" cy="0"/>
        </a:xfrm>
      </p:grpSpPr>
      <p:pic>
        <p:nvPicPr>
          <p:cNvPr id="2" name="Graphic 4">
            <a:extLst>
              <a:ext uri="{FF2B5EF4-FFF2-40B4-BE49-F238E27FC236}">
                <a16:creationId xmlns:a16="http://schemas.microsoft.com/office/drawing/2014/main" id="{0AA45605-E101-0EBA-E3C7-E88F3A8F035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57203890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ogo Intro - Mustard">
    <p:bg>
      <p:bgPr>
        <a:solidFill>
          <a:srgbClr val="FFC00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AC5DC91-1BF9-4ABC-60EC-78C3AD642F2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2341116787"/>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ogo Intro - Pink">
    <p:bg>
      <p:bgPr>
        <a:solidFill>
          <a:srgbClr val="F088B6"/>
        </a:solidFill>
        <a:effectLst/>
      </p:bgPr>
    </p:bg>
    <p:spTree>
      <p:nvGrpSpPr>
        <p:cNvPr id="1" name=""/>
        <p:cNvGrpSpPr/>
        <p:nvPr/>
      </p:nvGrpSpPr>
      <p:grpSpPr>
        <a:xfrm>
          <a:off x="0" y="0"/>
          <a:ext cx="0" cy="0"/>
          <a:chOff x="0" y="0"/>
          <a:chExt cx="0" cy="0"/>
        </a:xfrm>
      </p:grpSpPr>
      <p:pic>
        <p:nvPicPr>
          <p:cNvPr id="2" name="Graphic 4">
            <a:extLst>
              <a:ext uri="{FF2B5EF4-FFF2-40B4-BE49-F238E27FC236}">
                <a16:creationId xmlns:a16="http://schemas.microsoft.com/office/drawing/2014/main" id="{10C359C5-7041-3106-960A-4317A987299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164952339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ogo Intro - Red">
    <p:bg>
      <p:bgPr>
        <a:solidFill>
          <a:srgbClr val="FF3B58"/>
        </a:solidFill>
        <a:effectLst/>
      </p:bgPr>
    </p:bg>
    <p:spTree>
      <p:nvGrpSpPr>
        <p:cNvPr id="1" name=""/>
        <p:cNvGrpSpPr/>
        <p:nvPr/>
      </p:nvGrpSpPr>
      <p:grpSpPr>
        <a:xfrm>
          <a:off x="0" y="0"/>
          <a:ext cx="0" cy="0"/>
          <a:chOff x="0" y="0"/>
          <a:chExt cx="0" cy="0"/>
        </a:xfrm>
      </p:grpSpPr>
      <p:pic>
        <p:nvPicPr>
          <p:cNvPr id="2" name="Graphic 4">
            <a:extLst>
              <a:ext uri="{FF2B5EF4-FFF2-40B4-BE49-F238E27FC236}">
                <a16:creationId xmlns:a16="http://schemas.microsoft.com/office/drawing/2014/main" id="{EDCD93D9-F4BB-135B-2729-5A64EE0DA2B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2659248045"/>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ogo Intro - Teal">
    <p:bg>
      <p:bgPr>
        <a:solidFill>
          <a:srgbClr val="1CA691"/>
        </a:solidFill>
        <a:effectLst/>
      </p:bgPr>
    </p:bg>
    <p:spTree>
      <p:nvGrpSpPr>
        <p:cNvPr id="1" name=""/>
        <p:cNvGrpSpPr/>
        <p:nvPr/>
      </p:nvGrpSpPr>
      <p:grpSpPr>
        <a:xfrm>
          <a:off x="0" y="0"/>
          <a:ext cx="0" cy="0"/>
          <a:chOff x="0" y="0"/>
          <a:chExt cx="0" cy="0"/>
        </a:xfrm>
      </p:grpSpPr>
      <p:pic>
        <p:nvPicPr>
          <p:cNvPr id="2" name="Graphic 4">
            <a:extLst>
              <a:ext uri="{FF2B5EF4-FFF2-40B4-BE49-F238E27FC236}">
                <a16:creationId xmlns:a16="http://schemas.microsoft.com/office/drawing/2014/main" id="{159C9131-9802-35F9-E086-DF9C52E499C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1564214084"/>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ogo Intro - Black">
    <p:bg>
      <p:bgRef idx="1001">
        <a:schemeClr val="bg1"/>
      </p:bgRef>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AC5DC91-1BF9-4ABC-60EC-78C3AD642F2F}"/>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525332" y="2057399"/>
            <a:ext cx="7141336" cy="1859622"/>
          </a:xfrm>
          <a:prstGeom prst="rect">
            <a:avLst/>
          </a:prstGeom>
        </p:spPr>
      </p:pic>
    </p:spTree>
    <p:extLst>
      <p:ext uri="{BB962C8B-B14F-4D97-AF65-F5344CB8AC3E}">
        <p14:creationId xmlns:p14="http://schemas.microsoft.com/office/powerpoint/2010/main" val="3512898438"/>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ogo Intro - White">
    <p:bg>
      <p:bgPr>
        <a:solidFill>
          <a:schemeClr val="tx1"/>
        </a:solidFill>
        <a:effectLst/>
      </p:bgPr>
    </p:bg>
    <p:spTree>
      <p:nvGrpSpPr>
        <p:cNvPr id="1" name=""/>
        <p:cNvGrpSpPr/>
        <p:nvPr/>
      </p:nvGrpSpPr>
      <p:grpSpPr>
        <a:xfrm>
          <a:off x="0" y="0"/>
          <a:ext cx="0" cy="0"/>
          <a:chOff x="0" y="0"/>
          <a:chExt cx="0" cy="0"/>
        </a:xfrm>
      </p:grpSpPr>
      <p:pic>
        <p:nvPicPr>
          <p:cNvPr id="2" name="Graphic 4">
            <a:extLst>
              <a:ext uri="{FF2B5EF4-FFF2-40B4-BE49-F238E27FC236}">
                <a16:creationId xmlns:a16="http://schemas.microsoft.com/office/drawing/2014/main" id="{0B4789F8-AA27-494F-AA74-293C75985B9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1655079119"/>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pic>
        <p:nvPicPr>
          <p:cNvPr id="4" name="Picture 3" descr="A picture containing screenshot, fireworks&#10;&#10;Description automatically generated">
            <a:extLst>
              <a:ext uri="{FF2B5EF4-FFF2-40B4-BE49-F238E27FC236}">
                <a16:creationId xmlns:a16="http://schemas.microsoft.com/office/drawing/2014/main" id="{15B96FEC-57BA-5533-1816-0C6E4EC31D0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12700"/>
            <a:ext cx="12214663" cy="6845300"/>
          </a:xfrm>
          <a:prstGeom prst="rect">
            <a:avLst/>
          </a:prstGeom>
        </p:spPr>
      </p:pic>
      <p:sp>
        <p:nvSpPr>
          <p:cNvPr id="5" name="Title 1">
            <a:extLst>
              <a:ext uri="{FF2B5EF4-FFF2-40B4-BE49-F238E27FC236}">
                <a16:creationId xmlns:a16="http://schemas.microsoft.com/office/drawing/2014/main" id="{727C368D-4969-E2C9-1121-03D776A952F6}"/>
              </a:ext>
            </a:extLst>
          </p:cNvPr>
          <p:cNvSpPr>
            <a:spLocks noGrp="1"/>
          </p:cNvSpPr>
          <p:nvPr>
            <p:ph type="title" hasCustomPrompt="1"/>
          </p:nvPr>
        </p:nvSpPr>
        <p:spPr>
          <a:xfrm>
            <a:off x="292522" y="406399"/>
            <a:ext cx="9537278" cy="4089401"/>
          </a:xfrm>
          <a:prstGeom prst="rect">
            <a:avLst/>
          </a:prstGeom>
        </p:spPr>
        <p:txBody>
          <a:bodyPr anchor="ctr">
            <a:noAutofit/>
          </a:bodyPr>
          <a:lstStyle>
            <a:lvl1pPr>
              <a:defRPr sz="9000" b="0" i="0" u="none" cap="all" baseline="0">
                <a:solidFill>
                  <a:schemeClr val="bg1"/>
                </a:solidFill>
                <a:latin typeface="Impact" panose="020B0806030902050204" pitchFamily="34" charset="0"/>
                <a:ea typeface="Beatrice" pitchFamily="2" charset="77"/>
              </a:defRPr>
            </a:lvl1pPr>
          </a:lstStyle>
          <a:p>
            <a:r>
              <a:rPr lang="en-US" dirty="0"/>
              <a:t>Insert title </a:t>
            </a:r>
            <a:br>
              <a:rPr lang="en-US" dirty="0"/>
            </a:br>
            <a:r>
              <a:rPr lang="en-US" dirty="0"/>
              <a:t>text here</a:t>
            </a:r>
          </a:p>
        </p:txBody>
      </p:sp>
      <p:pic>
        <p:nvPicPr>
          <p:cNvPr id="7" name="Picture 6">
            <a:extLst>
              <a:ext uri="{FF2B5EF4-FFF2-40B4-BE49-F238E27FC236}">
                <a16:creationId xmlns:a16="http://schemas.microsoft.com/office/drawing/2014/main" id="{1DA5680C-DFDF-3627-5CBC-C4D906DE6C7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633143" y="5673919"/>
            <a:ext cx="3114674" cy="777682"/>
          </a:xfrm>
          <a:prstGeom prst="rect">
            <a:avLst/>
          </a:prstGeom>
        </p:spPr>
      </p:pic>
    </p:spTree>
    <p:extLst>
      <p:ext uri="{BB962C8B-B14F-4D97-AF65-F5344CB8AC3E}">
        <p14:creationId xmlns:p14="http://schemas.microsoft.com/office/powerpoint/2010/main" val="2326010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Text / Image 1">
    <p:bg>
      <p:bgPr>
        <a:solidFill>
          <a:schemeClr val="bg1">
            <a:lumMod val="95000"/>
          </a:schemeClr>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E57500C-78C7-9101-A77C-A4F2F86AC100}"/>
              </a:ext>
            </a:extLst>
          </p:cNvPr>
          <p:cNvGrpSpPr/>
          <p:nvPr userDrawn="1"/>
        </p:nvGrpSpPr>
        <p:grpSpPr>
          <a:xfrm>
            <a:off x="-1" y="132520"/>
            <a:ext cx="12192001" cy="6619463"/>
            <a:chOff x="-1" y="132520"/>
            <a:chExt cx="12192001" cy="6619463"/>
          </a:xfrm>
        </p:grpSpPr>
        <p:pic>
          <p:nvPicPr>
            <p:cNvPr id="12" name="Picture 11" descr="Shape&#10;&#10;Description automatically generated">
              <a:extLst>
                <a:ext uri="{FF2B5EF4-FFF2-40B4-BE49-F238E27FC236}">
                  <a16:creationId xmlns:a16="http://schemas.microsoft.com/office/drawing/2014/main" id="{685863C0-3CC0-79D1-C10E-E4A128FDB0A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 y="5428020"/>
              <a:ext cx="1846729" cy="1323963"/>
            </a:xfrm>
            <a:prstGeom prst="rect">
              <a:avLst/>
            </a:prstGeom>
          </p:spPr>
        </p:pic>
        <p:pic>
          <p:nvPicPr>
            <p:cNvPr id="13" name="Picture 12" descr="Shape&#10;&#10;Description automatically generated">
              <a:extLst>
                <a:ext uri="{FF2B5EF4-FFF2-40B4-BE49-F238E27FC236}">
                  <a16:creationId xmlns:a16="http://schemas.microsoft.com/office/drawing/2014/main" id="{011EFACB-3A5C-91A4-B00C-B6D273EEA6E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326122" y="132520"/>
              <a:ext cx="1865878" cy="1337691"/>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716916"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16" name="Content Placeholder 1">
            <a:extLst>
              <a:ext uri="{FF2B5EF4-FFF2-40B4-BE49-F238E27FC236}">
                <a16:creationId xmlns:a16="http://schemas.microsoft.com/office/drawing/2014/main" id="{9846EE08-C60C-6611-7559-F5A3D426BE0D}"/>
              </a:ext>
            </a:extLst>
          </p:cNvPr>
          <p:cNvSpPr>
            <a:spLocks noGrp="1"/>
          </p:cNvSpPr>
          <p:nvPr>
            <p:ph idx="14" hasCustomPrompt="1"/>
          </p:nvPr>
        </p:nvSpPr>
        <p:spPr>
          <a:xfrm>
            <a:off x="574240" y="1645920"/>
            <a:ext cx="10980451" cy="3557847"/>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800539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Text / Image 2">
    <p:bg>
      <p:bgPr>
        <a:solidFill>
          <a:schemeClr val="bg1">
            <a:lumMod val="95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0D43A2C-7F7D-F522-D966-8A94D059926D}"/>
              </a:ext>
            </a:extLst>
          </p:cNvPr>
          <p:cNvGrpSpPr/>
          <p:nvPr userDrawn="1"/>
        </p:nvGrpSpPr>
        <p:grpSpPr>
          <a:xfrm>
            <a:off x="4573" y="59918"/>
            <a:ext cx="12124601" cy="6763575"/>
            <a:chOff x="4573" y="59918"/>
            <a:chExt cx="12124601" cy="6763575"/>
          </a:xfrm>
        </p:grpSpPr>
        <p:pic>
          <p:nvPicPr>
            <p:cNvPr id="3" name="Picture 2" descr="A yellow star with a black background&#10;&#10;Description automatically generated with low confidence">
              <a:extLst>
                <a:ext uri="{FF2B5EF4-FFF2-40B4-BE49-F238E27FC236}">
                  <a16:creationId xmlns:a16="http://schemas.microsoft.com/office/drawing/2014/main" id="{F599F180-AC71-CE73-1173-AC3ED7CBDF5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573" y="5184009"/>
              <a:ext cx="1703892" cy="1639484"/>
            </a:xfrm>
            <a:prstGeom prst="rect">
              <a:avLst/>
            </a:prstGeom>
          </p:spPr>
        </p:pic>
        <p:pic>
          <p:nvPicPr>
            <p:cNvPr id="4" name="Picture 3" descr="A yellow star with a black background&#10;&#10;Description automatically generated with low confidence">
              <a:extLst>
                <a:ext uri="{FF2B5EF4-FFF2-40B4-BE49-F238E27FC236}">
                  <a16:creationId xmlns:a16="http://schemas.microsoft.com/office/drawing/2014/main" id="{D6156A45-B06D-93C2-2F7D-15E6A4E29E5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425282" y="59918"/>
              <a:ext cx="1703892" cy="1639484"/>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716916"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7" name="Content Placeholder 1">
            <a:extLst>
              <a:ext uri="{FF2B5EF4-FFF2-40B4-BE49-F238E27FC236}">
                <a16:creationId xmlns:a16="http://schemas.microsoft.com/office/drawing/2014/main" id="{4E1BA221-E291-FFB6-E5F1-8AE178158877}"/>
              </a:ext>
            </a:extLst>
          </p:cNvPr>
          <p:cNvSpPr>
            <a:spLocks noGrp="1"/>
          </p:cNvSpPr>
          <p:nvPr>
            <p:ph idx="13" hasCustomPrompt="1"/>
          </p:nvPr>
        </p:nvSpPr>
        <p:spPr>
          <a:xfrm>
            <a:off x="574240" y="1645920"/>
            <a:ext cx="10980451" cy="3538089"/>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1889316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ext / Image 3">
    <p:bg>
      <p:bgPr>
        <a:solidFill>
          <a:schemeClr val="bg1">
            <a:lumMod val="95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2E0A79-490D-14C4-F974-11E2E0181BB3}"/>
              </a:ext>
            </a:extLst>
          </p:cNvPr>
          <p:cNvGrpSpPr/>
          <p:nvPr userDrawn="1"/>
        </p:nvGrpSpPr>
        <p:grpSpPr>
          <a:xfrm>
            <a:off x="164597" y="191844"/>
            <a:ext cx="11844874" cy="6529141"/>
            <a:chOff x="164597" y="191844"/>
            <a:chExt cx="11844874" cy="6529141"/>
          </a:xfrm>
        </p:grpSpPr>
        <p:pic>
          <p:nvPicPr>
            <p:cNvPr id="4" name="Picture 3" descr="A picture containing shape&#10;&#10;Description automatically generated">
              <a:extLst>
                <a:ext uri="{FF2B5EF4-FFF2-40B4-BE49-F238E27FC236}">
                  <a16:creationId xmlns:a16="http://schemas.microsoft.com/office/drawing/2014/main" id="{BD70B058-B4D0-65A6-2C50-5166F35FCE6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flipH="1">
              <a:off x="164597" y="5495288"/>
              <a:ext cx="1541327" cy="1225697"/>
            </a:xfrm>
            <a:prstGeom prst="rect">
              <a:avLst/>
            </a:prstGeom>
          </p:spPr>
        </p:pic>
        <p:pic>
          <p:nvPicPr>
            <p:cNvPr id="6" name="Picture 5" descr="A picture containing shape&#10;&#10;Description automatically generated">
              <a:extLst>
                <a:ext uri="{FF2B5EF4-FFF2-40B4-BE49-F238E27FC236}">
                  <a16:creationId xmlns:a16="http://schemas.microsoft.com/office/drawing/2014/main" id="{9FA93485-F273-1BFA-737E-980BFAEDDC9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10800000" flipH="1">
              <a:off x="10468144" y="191844"/>
              <a:ext cx="1541327" cy="1225697"/>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716916"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7" name="Content Placeholder 1">
            <a:extLst>
              <a:ext uri="{FF2B5EF4-FFF2-40B4-BE49-F238E27FC236}">
                <a16:creationId xmlns:a16="http://schemas.microsoft.com/office/drawing/2014/main" id="{D810EC07-7220-6405-0597-FBD62F939213}"/>
              </a:ext>
            </a:extLst>
          </p:cNvPr>
          <p:cNvSpPr>
            <a:spLocks noGrp="1"/>
          </p:cNvSpPr>
          <p:nvPr>
            <p:ph idx="13" hasCustomPrompt="1"/>
          </p:nvPr>
        </p:nvSpPr>
        <p:spPr>
          <a:xfrm>
            <a:off x="574240" y="1645920"/>
            <a:ext cx="10980451" cy="3849368"/>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2892453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Text / Image 4">
    <p:bg>
      <p:bgPr>
        <a:solidFill>
          <a:schemeClr val="bg1">
            <a:lumMod val="95000"/>
          </a:schemeClr>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079968"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grpSp>
        <p:nvGrpSpPr>
          <p:cNvPr id="5" name="Group 4">
            <a:extLst>
              <a:ext uri="{FF2B5EF4-FFF2-40B4-BE49-F238E27FC236}">
                <a16:creationId xmlns:a16="http://schemas.microsoft.com/office/drawing/2014/main" id="{C9F18925-F85C-D131-011C-526A582F4B4F}"/>
              </a:ext>
            </a:extLst>
          </p:cNvPr>
          <p:cNvGrpSpPr/>
          <p:nvPr userDrawn="1"/>
        </p:nvGrpSpPr>
        <p:grpSpPr>
          <a:xfrm>
            <a:off x="66260" y="66260"/>
            <a:ext cx="12025040" cy="6738732"/>
            <a:chOff x="66260" y="66260"/>
            <a:chExt cx="12025040" cy="6738732"/>
          </a:xfrm>
        </p:grpSpPr>
        <p:pic>
          <p:nvPicPr>
            <p:cNvPr id="7" name="Picture 6" descr="Shape&#10;&#10;Description automatically generated">
              <a:extLst>
                <a:ext uri="{FF2B5EF4-FFF2-40B4-BE49-F238E27FC236}">
                  <a16:creationId xmlns:a16="http://schemas.microsoft.com/office/drawing/2014/main" id="{373F1712-B533-21FC-01AC-4AEFCF410E8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260" y="5433392"/>
              <a:ext cx="2437092" cy="1371600"/>
            </a:xfrm>
            <a:prstGeom prst="rect">
              <a:avLst/>
            </a:prstGeom>
          </p:spPr>
        </p:pic>
        <p:pic>
          <p:nvPicPr>
            <p:cNvPr id="9" name="Picture 8" descr="Shape&#10;&#10;Description automatically generated">
              <a:extLst>
                <a:ext uri="{FF2B5EF4-FFF2-40B4-BE49-F238E27FC236}">
                  <a16:creationId xmlns:a16="http://schemas.microsoft.com/office/drawing/2014/main" id="{92F91E10-FAB2-4120-0F13-629A41F5590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flipH="1">
              <a:off x="9654208" y="66260"/>
              <a:ext cx="2437092" cy="1371600"/>
            </a:xfrm>
            <a:prstGeom prst="rect">
              <a:avLst/>
            </a:prstGeom>
          </p:spPr>
        </p:pic>
      </p:grpSp>
      <p:sp>
        <p:nvSpPr>
          <p:cNvPr id="10" name="Content Placeholder 1">
            <a:extLst>
              <a:ext uri="{FF2B5EF4-FFF2-40B4-BE49-F238E27FC236}">
                <a16:creationId xmlns:a16="http://schemas.microsoft.com/office/drawing/2014/main" id="{8E4D6CBC-5F47-838E-5EA6-EC8C6DD1B4B6}"/>
              </a:ext>
            </a:extLst>
          </p:cNvPr>
          <p:cNvSpPr>
            <a:spLocks noGrp="1"/>
          </p:cNvSpPr>
          <p:nvPr>
            <p:ph idx="13" hasCustomPrompt="1"/>
          </p:nvPr>
        </p:nvSpPr>
        <p:spPr>
          <a:xfrm>
            <a:off x="574240" y="1645920"/>
            <a:ext cx="10980451" cy="3607724"/>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37750000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Text / Image 5">
    <p:bg>
      <p:bgPr>
        <a:solidFill>
          <a:schemeClr val="bg1">
            <a:lumMod val="95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660F8BE-8535-0A6D-3C7D-584A13A08D87}"/>
              </a:ext>
            </a:extLst>
          </p:cNvPr>
          <p:cNvGrpSpPr/>
          <p:nvPr userDrawn="1"/>
        </p:nvGrpSpPr>
        <p:grpSpPr>
          <a:xfrm>
            <a:off x="0" y="0"/>
            <a:ext cx="12190476" cy="6858000"/>
            <a:chOff x="0" y="0"/>
            <a:chExt cx="12190476" cy="6858000"/>
          </a:xfrm>
        </p:grpSpPr>
        <p:pic>
          <p:nvPicPr>
            <p:cNvPr id="4" name="Picture 3" descr="Shape, rectangle&#10;&#10;Description automatically generated">
              <a:extLst>
                <a:ext uri="{FF2B5EF4-FFF2-40B4-BE49-F238E27FC236}">
                  <a16:creationId xmlns:a16="http://schemas.microsoft.com/office/drawing/2014/main" id="{4B66CEE4-A825-4223-10DF-E13ED9A0B3C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5818537"/>
              <a:ext cx="1846943" cy="1039463"/>
            </a:xfrm>
            <a:prstGeom prst="rect">
              <a:avLst/>
            </a:prstGeom>
          </p:spPr>
        </p:pic>
        <p:pic>
          <p:nvPicPr>
            <p:cNvPr id="6" name="Picture 5" descr="Shape, rectangle&#10;&#10;Description automatically generated">
              <a:extLst>
                <a:ext uri="{FF2B5EF4-FFF2-40B4-BE49-F238E27FC236}">
                  <a16:creationId xmlns:a16="http://schemas.microsoft.com/office/drawing/2014/main" id="{A9FB3CD6-7EE3-A5AC-8D4A-43299D34B38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flipH="1" flipV="1">
              <a:off x="10343533" y="0"/>
              <a:ext cx="1846943" cy="1039463"/>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079968"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11" name="Content Placeholder 1">
            <a:extLst>
              <a:ext uri="{FF2B5EF4-FFF2-40B4-BE49-F238E27FC236}">
                <a16:creationId xmlns:a16="http://schemas.microsoft.com/office/drawing/2014/main" id="{A4C939C7-490B-17B5-2006-52C790352D21}"/>
              </a:ext>
            </a:extLst>
          </p:cNvPr>
          <p:cNvSpPr>
            <a:spLocks noGrp="1"/>
          </p:cNvSpPr>
          <p:nvPr>
            <p:ph idx="13" hasCustomPrompt="1"/>
          </p:nvPr>
        </p:nvSpPr>
        <p:spPr>
          <a:xfrm>
            <a:off x="574240" y="1645920"/>
            <a:ext cx="10980451" cy="3849368"/>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3462707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Text / Image 6">
    <p:bg>
      <p:bgPr>
        <a:solidFill>
          <a:schemeClr val="bg1">
            <a:lumMod val="95000"/>
          </a:schemeClr>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4258EA6-9FB2-815D-57CF-615D3156E80E}"/>
              </a:ext>
            </a:extLst>
          </p:cNvPr>
          <p:cNvGrpSpPr/>
          <p:nvPr userDrawn="1"/>
        </p:nvGrpSpPr>
        <p:grpSpPr>
          <a:xfrm>
            <a:off x="28090" y="1"/>
            <a:ext cx="12160862" cy="6854674"/>
            <a:chOff x="28090" y="1"/>
            <a:chExt cx="12160862" cy="6854674"/>
          </a:xfrm>
        </p:grpSpPr>
        <p:pic>
          <p:nvPicPr>
            <p:cNvPr id="7" name="Picture 6" descr="Logo&#10;&#10;Description automatically generated">
              <a:extLst>
                <a:ext uri="{FF2B5EF4-FFF2-40B4-BE49-F238E27FC236}">
                  <a16:creationId xmlns:a16="http://schemas.microsoft.com/office/drawing/2014/main" id="{EFEC4D6A-4A22-15C3-F75A-33BC8BC2464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448563" y="5150836"/>
              <a:ext cx="2180492" cy="1227185"/>
            </a:xfrm>
            <a:prstGeom prst="rect">
              <a:avLst/>
            </a:prstGeom>
          </p:spPr>
        </p:pic>
        <p:pic>
          <p:nvPicPr>
            <p:cNvPr id="9" name="Picture 8" descr="Logo&#10;&#10;Description automatically generated">
              <a:extLst>
                <a:ext uri="{FF2B5EF4-FFF2-40B4-BE49-F238E27FC236}">
                  <a16:creationId xmlns:a16="http://schemas.microsoft.com/office/drawing/2014/main" id="{9038D2EC-E056-06EE-6961-9C7E479FDDC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16200000" flipH="1">
              <a:off x="10485114" y="476654"/>
              <a:ext cx="2180492" cy="1227185"/>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079968"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10" name="Content Placeholder 1">
            <a:extLst>
              <a:ext uri="{FF2B5EF4-FFF2-40B4-BE49-F238E27FC236}">
                <a16:creationId xmlns:a16="http://schemas.microsoft.com/office/drawing/2014/main" id="{D8B7A707-66EB-F3C0-7C6B-41B63F4EC67B}"/>
              </a:ext>
            </a:extLst>
          </p:cNvPr>
          <p:cNvSpPr>
            <a:spLocks noGrp="1"/>
          </p:cNvSpPr>
          <p:nvPr>
            <p:ph idx="13" hasCustomPrompt="1"/>
          </p:nvPr>
        </p:nvSpPr>
        <p:spPr>
          <a:xfrm>
            <a:off x="1255276" y="1645920"/>
            <a:ext cx="9667649" cy="4572000"/>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33143665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Text / Image 7">
    <p:bg>
      <p:bgPr>
        <a:solidFill>
          <a:schemeClr val="bg1">
            <a:lumMod val="95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36B1C24-D3E5-EB08-D472-3268D44B70F2}"/>
              </a:ext>
            </a:extLst>
          </p:cNvPr>
          <p:cNvGrpSpPr/>
          <p:nvPr userDrawn="1"/>
        </p:nvGrpSpPr>
        <p:grpSpPr>
          <a:xfrm>
            <a:off x="41360" y="-25400"/>
            <a:ext cx="12123716" cy="6857999"/>
            <a:chOff x="66760" y="0"/>
            <a:chExt cx="12123716" cy="6857999"/>
          </a:xfrm>
        </p:grpSpPr>
        <p:pic>
          <p:nvPicPr>
            <p:cNvPr id="5" name="Picture 4" descr="Shape&#10;&#10;Description automatically generated">
              <a:extLst>
                <a:ext uri="{FF2B5EF4-FFF2-40B4-BE49-F238E27FC236}">
                  <a16:creationId xmlns:a16="http://schemas.microsoft.com/office/drawing/2014/main" id="{99BF3BF0-382E-38F4-F4C8-EAE9F7EFE69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760" y="5627077"/>
              <a:ext cx="1294317" cy="1230922"/>
            </a:xfrm>
            <a:prstGeom prst="rect">
              <a:avLst/>
            </a:prstGeom>
          </p:spPr>
        </p:pic>
        <p:pic>
          <p:nvPicPr>
            <p:cNvPr id="7" name="Picture 6" descr="Shape&#10;&#10;Description automatically generated">
              <a:extLst>
                <a:ext uri="{FF2B5EF4-FFF2-40B4-BE49-F238E27FC236}">
                  <a16:creationId xmlns:a16="http://schemas.microsoft.com/office/drawing/2014/main" id="{D3C6E284-0EE8-45F4-56A5-D76701A2E2C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896159" y="0"/>
              <a:ext cx="1294317" cy="1230922"/>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079968"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11" name="Content Placeholder 1">
            <a:extLst>
              <a:ext uri="{FF2B5EF4-FFF2-40B4-BE49-F238E27FC236}">
                <a16:creationId xmlns:a16="http://schemas.microsoft.com/office/drawing/2014/main" id="{A4C939C7-490B-17B5-2006-52C790352D21}"/>
              </a:ext>
            </a:extLst>
          </p:cNvPr>
          <p:cNvSpPr>
            <a:spLocks noGrp="1"/>
          </p:cNvSpPr>
          <p:nvPr>
            <p:ph idx="13" hasCustomPrompt="1"/>
          </p:nvPr>
        </p:nvSpPr>
        <p:spPr>
          <a:xfrm>
            <a:off x="574240" y="1645920"/>
            <a:ext cx="10980451" cy="3849368"/>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40540881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ext + Larger Image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0A00B-B302-66E5-55F4-1070290D5386}"/>
              </a:ext>
            </a:extLst>
          </p:cNvPr>
          <p:cNvSpPr>
            <a:spLocks noGrp="1"/>
          </p:cNvSpPr>
          <p:nvPr>
            <p:ph type="title" hasCustomPrompt="1"/>
          </p:nvPr>
        </p:nvSpPr>
        <p:spPr>
          <a:xfrm>
            <a:off x="222187" y="958362"/>
            <a:ext cx="3458273" cy="4941275"/>
          </a:xfrm>
          <a:prstGeom prst="rect">
            <a:avLst/>
          </a:prstGeom>
        </p:spPr>
        <p:txBody>
          <a:bodyPr anchor="ctr">
            <a:noAutofit/>
          </a:bodyPr>
          <a:lstStyle>
            <a:lvl1pPr>
              <a:lnSpc>
                <a:spcPct val="85000"/>
              </a:lnSpc>
              <a:defRPr sz="4400" b="0" i="0" u="none" cap="all" baseline="0">
                <a:solidFill>
                  <a:schemeClr val="tx1"/>
                </a:solidFill>
                <a:latin typeface="Impact" panose="020B0806030902050204" pitchFamily="34" charset="0"/>
                <a:ea typeface="Beatrice" pitchFamily="2" charset="77"/>
              </a:defRPr>
            </a:lvl1pPr>
          </a:lstStyle>
          <a:p>
            <a:r>
              <a:rPr lang="en-US"/>
              <a:t>Insert </a:t>
            </a:r>
            <a:r>
              <a:rPr lang="en-US" err="1"/>
              <a:t>usp</a:t>
            </a:r>
            <a:r>
              <a:rPr lang="en-US"/>
              <a:t> </a:t>
            </a:r>
            <a:br>
              <a:rPr lang="en-US"/>
            </a:br>
            <a:r>
              <a:rPr lang="en-US"/>
              <a:t>– one point only</a:t>
            </a:r>
          </a:p>
        </p:txBody>
      </p:sp>
      <p:sp>
        <p:nvSpPr>
          <p:cNvPr id="4" name="Picture Placeholder 3">
            <a:extLst>
              <a:ext uri="{FF2B5EF4-FFF2-40B4-BE49-F238E27FC236}">
                <a16:creationId xmlns:a16="http://schemas.microsoft.com/office/drawing/2014/main" id="{AF3C6395-8F92-A63B-69A2-D30BF0A3C477}"/>
              </a:ext>
            </a:extLst>
          </p:cNvPr>
          <p:cNvSpPr>
            <a:spLocks noGrp="1"/>
          </p:cNvSpPr>
          <p:nvPr>
            <p:ph type="pic" sz="quarter" idx="24" hasCustomPrompt="1"/>
          </p:nvPr>
        </p:nvSpPr>
        <p:spPr>
          <a:xfrm>
            <a:off x="4240530" y="958362"/>
            <a:ext cx="7951470" cy="4941276"/>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a:t>Insert Picture</a:t>
            </a:r>
          </a:p>
        </p:txBody>
      </p:sp>
    </p:spTree>
    <p:extLst>
      <p:ext uri="{BB962C8B-B14F-4D97-AF65-F5344CB8AC3E}">
        <p14:creationId xmlns:p14="http://schemas.microsoft.com/office/powerpoint/2010/main" val="27368112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istic / 1 USP - Blue">
    <p:bg>
      <p:bgPr>
        <a:solidFill>
          <a:srgbClr val="3E77C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80D33F8-E1AD-F7A3-98AF-4133AAE0E6C6}"/>
              </a:ext>
            </a:extLst>
          </p:cNvPr>
          <p:cNvSpPr>
            <a:spLocks noGrp="1"/>
          </p:cNvSpPr>
          <p:nvPr>
            <p:ph type="title" hasCustomPrompt="1"/>
          </p:nvPr>
        </p:nvSpPr>
        <p:spPr>
          <a:xfrm>
            <a:off x="3241887" y="1333176"/>
            <a:ext cx="5708226" cy="4191647"/>
          </a:xfrm>
          <a:prstGeom prst="rect">
            <a:avLst/>
          </a:prstGeom>
        </p:spPr>
        <p:txBody>
          <a:bodyPr anchor="ctr">
            <a:noAutofit/>
          </a:bodyPr>
          <a:lstStyle>
            <a:lvl1pPr algn="ctr">
              <a:defRPr sz="5200" b="0" i="0" u="none" cap="all" baseline="0">
                <a:solidFill>
                  <a:schemeClr val="tx1"/>
                </a:solidFill>
                <a:latin typeface="Impact" panose="020B0806030902050204" pitchFamily="34" charset="0"/>
                <a:ea typeface="Beatrice" pitchFamily="2" charset="77"/>
              </a:defRPr>
            </a:lvl1pPr>
          </a:lstStyle>
          <a:p>
            <a:r>
              <a:rPr lang="en-US" dirty="0"/>
              <a:t>Insert top statistic / </a:t>
            </a:r>
            <a:r>
              <a:rPr lang="en-US" dirty="0" err="1"/>
              <a:t>usp</a:t>
            </a:r>
            <a:r>
              <a:rPr lang="en-US" dirty="0"/>
              <a:t> </a:t>
            </a:r>
            <a:br>
              <a:rPr lang="en-US" dirty="0"/>
            </a:br>
            <a:r>
              <a:rPr lang="en-US" dirty="0"/>
              <a:t>- one point only</a:t>
            </a:r>
          </a:p>
        </p:txBody>
      </p:sp>
      <p:pic>
        <p:nvPicPr>
          <p:cNvPr id="6" name="Picture 5" descr="A picture containing black, darkness&#10;&#10;Description automatically generated">
            <a:extLst>
              <a:ext uri="{FF2B5EF4-FFF2-40B4-BE49-F238E27FC236}">
                <a16:creationId xmlns:a16="http://schemas.microsoft.com/office/drawing/2014/main" id="{2A7C992F-0DA6-0F3F-60A6-0C34E95DF7D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55947" y="5524823"/>
            <a:ext cx="1255085" cy="1099243"/>
          </a:xfrm>
          <a:prstGeom prst="rect">
            <a:avLst/>
          </a:prstGeom>
        </p:spPr>
      </p:pic>
      <p:pic>
        <p:nvPicPr>
          <p:cNvPr id="7" name="Picture 6" descr="A picture containing black, darkness&#10;&#10;Description automatically generated">
            <a:extLst>
              <a:ext uri="{FF2B5EF4-FFF2-40B4-BE49-F238E27FC236}">
                <a16:creationId xmlns:a16="http://schemas.microsoft.com/office/drawing/2014/main" id="{9FE2A086-14DA-4EEF-BBBB-8C683DF0D1E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547718" y="233933"/>
            <a:ext cx="1255085" cy="1099243"/>
          </a:xfrm>
          <a:prstGeom prst="rect">
            <a:avLst/>
          </a:prstGeom>
        </p:spPr>
      </p:pic>
    </p:spTree>
    <p:extLst>
      <p:ext uri="{BB962C8B-B14F-4D97-AF65-F5344CB8AC3E}">
        <p14:creationId xmlns:p14="http://schemas.microsoft.com/office/powerpoint/2010/main" val="1792211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atistic / 1 USP - Mustard">
    <p:bg>
      <p:bgPr>
        <a:solidFill>
          <a:srgbClr val="FFC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80D33F8-E1AD-F7A3-98AF-4133AAE0E6C6}"/>
              </a:ext>
            </a:extLst>
          </p:cNvPr>
          <p:cNvSpPr>
            <a:spLocks noGrp="1"/>
          </p:cNvSpPr>
          <p:nvPr>
            <p:ph type="title" hasCustomPrompt="1"/>
          </p:nvPr>
        </p:nvSpPr>
        <p:spPr>
          <a:xfrm>
            <a:off x="3241887" y="1333176"/>
            <a:ext cx="5708226" cy="4191647"/>
          </a:xfrm>
          <a:prstGeom prst="rect">
            <a:avLst/>
          </a:prstGeom>
        </p:spPr>
        <p:txBody>
          <a:bodyPr anchor="ctr">
            <a:noAutofit/>
          </a:bodyPr>
          <a:lstStyle>
            <a:lvl1pPr algn="ctr">
              <a:defRPr sz="5200" b="0" i="0" u="none" cap="all" baseline="0">
                <a:solidFill>
                  <a:schemeClr val="tx1"/>
                </a:solidFill>
                <a:latin typeface="Impact" panose="020B0806030902050204" pitchFamily="34" charset="0"/>
                <a:ea typeface="Beatrice" pitchFamily="2" charset="77"/>
              </a:defRPr>
            </a:lvl1pPr>
          </a:lstStyle>
          <a:p>
            <a:r>
              <a:rPr lang="en-US" dirty="0"/>
              <a:t>Insert top statistic / </a:t>
            </a:r>
            <a:r>
              <a:rPr lang="en-US" dirty="0" err="1"/>
              <a:t>usp</a:t>
            </a:r>
            <a:r>
              <a:rPr lang="en-US" dirty="0"/>
              <a:t> </a:t>
            </a:r>
            <a:br>
              <a:rPr lang="en-US" dirty="0"/>
            </a:br>
            <a:r>
              <a:rPr lang="en-US" dirty="0"/>
              <a:t>- one point only</a:t>
            </a:r>
          </a:p>
        </p:txBody>
      </p:sp>
      <p:pic>
        <p:nvPicPr>
          <p:cNvPr id="4" name="Picture 3">
            <a:extLst>
              <a:ext uri="{FF2B5EF4-FFF2-40B4-BE49-F238E27FC236}">
                <a16:creationId xmlns:a16="http://schemas.microsoft.com/office/drawing/2014/main" id="{30882625-0C4C-0DCF-B771-874F35FDAC39}"/>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9809016" y="254612"/>
            <a:ext cx="2076913" cy="1055876"/>
          </a:xfrm>
          <a:prstGeom prst="rect">
            <a:avLst/>
          </a:prstGeom>
        </p:spPr>
      </p:pic>
      <p:pic>
        <p:nvPicPr>
          <p:cNvPr id="6" name="Picture 5">
            <a:extLst>
              <a:ext uri="{FF2B5EF4-FFF2-40B4-BE49-F238E27FC236}">
                <a16:creationId xmlns:a16="http://schemas.microsoft.com/office/drawing/2014/main" id="{BDAB75E2-C1D2-0E23-2CCA-5643F59A539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405824" y="5541448"/>
            <a:ext cx="2076913" cy="1055876"/>
          </a:xfrm>
          <a:prstGeom prst="rect">
            <a:avLst/>
          </a:prstGeom>
        </p:spPr>
      </p:pic>
    </p:spTree>
    <p:extLst>
      <p:ext uri="{BB962C8B-B14F-4D97-AF65-F5344CB8AC3E}">
        <p14:creationId xmlns:p14="http://schemas.microsoft.com/office/powerpoint/2010/main" val="28149231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tatistic / 1 USP - Pink">
    <p:bg>
      <p:bgPr>
        <a:solidFill>
          <a:srgbClr val="F088B6"/>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80D33F8-E1AD-F7A3-98AF-4133AAE0E6C6}"/>
              </a:ext>
            </a:extLst>
          </p:cNvPr>
          <p:cNvSpPr>
            <a:spLocks noGrp="1"/>
          </p:cNvSpPr>
          <p:nvPr>
            <p:ph type="title" hasCustomPrompt="1"/>
          </p:nvPr>
        </p:nvSpPr>
        <p:spPr>
          <a:xfrm>
            <a:off x="3241887" y="1333176"/>
            <a:ext cx="5708226" cy="4191647"/>
          </a:xfrm>
          <a:prstGeom prst="rect">
            <a:avLst/>
          </a:prstGeom>
        </p:spPr>
        <p:txBody>
          <a:bodyPr anchor="ctr">
            <a:noAutofit/>
          </a:bodyPr>
          <a:lstStyle>
            <a:lvl1pPr algn="ctr">
              <a:defRPr sz="5200" b="0" i="0" u="none" cap="all" baseline="0">
                <a:solidFill>
                  <a:schemeClr val="tx1"/>
                </a:solidFill>
                <a:latin typeface="Impact" panose="020B0806030902050204" pitchFamily="34" charset="0"/>
                <a:ea typeface="Beatrice" pitchFamily="2" charset="77"/>
              </a:defRPr>
            </a:lvl1pPr>
          </a:lstStyle>
          <a:p>
            <a:r>
              <a:rPr lang="en-US" dirty="0"/>
              <a:t>Insert top statistic / </a:t>
            </a:r>
            <a:r>
              <a:rPr lang="en-US" dirty="0" err="1"/>
              <a:t>usp</a:t>
            </a:r>
            <a:r>
              <a:rPr lang="en-US" dirty="0"/>
              <a:t> </a:t>
            </a:r>
            <a:br>
              <a:rPr lang="en-US" dirty="0"/>
            </a:br>
            <a:r>
              <a:rPr lang="en-US" dirty="0"/>
              <a:t>- one point only</a:t>
            </a:r>
          </a:p>
        </p:txBody>
      </p:sp>
      <p:pic>
        <p:nvPicPr>
          <p:cNvPr id="6" name="Picture 5">
            <a:extLst>
              <a:ext uri="{FF2B5EF4-FFF2-40B4-BE49-F238E27FC236}">
                <a16:creationId xmlns:a16="http://schemas.microsoft.com/office/drawing/2014/main" id="{BDD9358F-859F-5A9B-FA8E-A83FF5C9944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9991140" y="363103"/>
            <a:ext cx="1811663" cy="840901"/>
          </a:xfrm>
          <a:prstGeom prst="rect">
            <a:avLst/>
          </a:prstGeom>
        </p:spPr>
      </p:pic>
      <p:pic>
        <p:nvPicPr>
          <p:cNvPr id="8" name="Picture 7">
            <a:extLst>
              <a:ext uri="{FF2B5EF4-FFF2-40B4-BE49-F238E27FC236}">
                <a16:creationId xmlns:a16="http://schemas.microsoft.com/office/drawing/2014/main" id="{65D51D63-C057-CE0E-5C28-7F8548128916}"/>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55947" y="5653993"/>
            <a:ext cx="1811663" cy="840901"/>
          </a:xfrm>
          <a:prstGeom prst="rect">
            <a:avLst/>
          </a:prstGeom>
        </p:spPr>
      </p:pic>
    </p:spTree>
    <p:extLst>
      <p:ext uri="{BB962C8B-B14F-4D97-AF65-F5344CB8AC3E}">
        <p14:creationId xmlns:p14="http://schemas.microsoft.com/office/powerpoint/2010/main" val="12337773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tatistic / 1 USP - Red">
    <p:bg>
      <p:bgPr>
        <a:solidFill>
          <a:srgbClr val="FF3B58"/>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80D33F8-E1AD-F7A3-98AF-4133AAE0E6C6}"/>
              </a:ext>
            </a:extLst>
          </p:cNvPr>
          <p:cNvSpPr>
            <a:spLocks noGrp="1"/>
          </p:cNvSpPr>
          <p:nvPr>
            <p:ph type="title" hasCustomPrompt="1"/>
          </p:nvPr>
        </p:nvSpPr>
        <p:spPr>
          <a:xfrm>
            <a:off x="3241887" y="1333176"/>
            <a:ext cx="5708226" cy="4191647"/>
          </a:xfrm>
          <a:prstGeom prst="rect">
            <a:avLst/>
          </a:prstGeom>
        </p:spPr>
        <p:txBody>
          <a:bodyPr anchor="ctr">
            <a:noAutofit/>
          </a:bodyPr>
          <a:lstStyle>
            <a:lvl1pPr algn="ctr">
              <a:defRPr sz="5200" b="0" i="0" u="none" cap="all" baseline="0">
                <a:solidFill>
                  <a:schemeClr val="tx1"/>
                </a:solidFill>
                <a:latin typeface="Impact" panose="020B0806030902050204" pitchFamily="34" charset="0"/>
                <a:ea typeface="Beatrice" pitchFamily="2" charset="77"/>
              </a:defRPr>
            </a:lvl1pPr>
          </a:lstStyle>
          <a:p>
            <a:r>
              <a:rPr lang="en-US" dirty="0"/>
              <a:t>Insert top statistic / </a:t>
            </a:r>
            <a:r>
              <a:rPr lang="en-US" dirty="0" err="1"/>
              <a:t>usp</a:t>
            </a:r>
            <a:r>
              <a:rPr lang="en-US" dirty="0"/>
              <a:t> </a:t>
            </a:r>
            <a:br>
              <a:rPr lang="en-US" dirty="0"/>
            </a:br>
            <a:r>
              <a:rPr lang="en-US" dirty="0"/>
              <a:t>- one point only</a:t>
            </a:r>
          </a:p>
        </p:txBody>
      </p:sp>
      <p:pic>
        <p:nvPicPr>
          <p:cNvPr id="4" name="Picture 3">
            <a:extLst>
              <a:ext uri="{FF2B5EF4-FFF2-40B4-BE49-F238E27FC236}">
                <a16:creationId xmlns:a16="http://schemas.microsoft.com/office/drawing/2014/main" id="{67B39DBE-253A-07EE-5889-25363EEF18D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408822" y="5524823"/>
            <a:ext cx="1149335" cy="1099243"/>
          </a:xfrm>
          <a:prstGeom prst="rect">
            <a:avLst/>
          </a:prstGeom>
        </p:spPr>
      </p:pic>
      <p:pic>
        <p:nvPicPr>
          <p:cNvPr id="5" name="Picture 4">
            <a:extLst>
              <a:ext uri="{FF2B5EF4-FFF2-40B4-BE49-F238E27FC236}">
                <a16:creationId xmlns:a16="http://schemas.microsoft.com/office/drawing/2014/main" id="{31FB1820-331A-9FAA-98CC-AAF29A2D88A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600593" y="233933"/>
            <a:ext cx="1149335" cy="1099243"/>
          </a:xfrm>
          <a:prstGeom prst="rect">
            <a:avLst/>
          </a:prstGeom>
        </p:spPr>
      </p:pic>
    </p:spTree>
    <p:extLst>
      <p:ext uri="{BB962C8B-B14F-4D97-AF65-F5344CB8AC3E}">
        <p14:creationId xmlns:p14="http://schemas.microsoft.com/office/powerpoint/2010/main" val="27258568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tatistic / 1 USP - Teal">
    <p:bg>
      <p:bgPr>
        <a:solidFill>
          <a:srgbClr val="1CA69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80D33F8-E1AD-F7A3-98AF-4133AAE0E6C6}"/>
              </a:ext>
            </a:extLst>
          </p:cNvPr>
          <p:cNvSpPr>
            <a:spLocks noGrp="1"/>
          </p:cNvSpPr>
          <p:nvPr>
            <p:ph type="title" hasCustomPrompt="1"/>
          </p:nvPr>
        </p:nvSpPr>
        <p:spPr>
          <a:xfrm>
            <a:off x="3241887" y="1333176"/>
            <a:ext cx="5708226" cy="4191647"/>
          </a:xfrm>
          <a:prstGeom prst="rect">
            <a:avLst/>
          </a:prstGeom>
        </p:spPr>
        <p:txBody>
          <a:bodyPr anchor="ctr">
            <a:noAutofit/>
          </a:bodyPr>
          <a:lstStyle>
            <a:lvl1pPr algn="ctr">
              <a:defRPr sz="5200" b="0" i="0" u="none" cap="all" baseline="0">
                <a:solidFill>
                  <a:schemeClr val="tx1"/>
                </a:solidFill>
                <a:latin typeface="Impact" panose="020B0806030902050204" pitchFamily="34" charset="0"/>
                <a:ea typeface="Beatrice" pitchFamily="2" charset="77"/>
              </a:defRPr>
            </a:lvl1pPr>
          </a:lstStyle>
          <a:p>
            <a:r>
              <a:rPr lang="en-US" dirty="0"/>
              <a:t>Insert top statistic / </a:t>
            </a:r>
            <a:r>
              <a:rPr lang="en-US" dirty="0" err="1"/>
              <a:t>usp</a:t>
            </a:r>
            <a:r>
              <a:rPr lang="en-US" dirty="0"/>
              <a:t> </a:t>
            </a:r>
            <a:br>
              <a:rPr lang="en-US" dirty="0"/>
            </a:br>
            <a:r>
              <a:rPr lang="en-US" dirty="0"/>
              <a:t>- one point only</a:t>
            </a:r>
          </a:p>
        </p:txBody>
      </p:sp>
      <p:pic>
        <p:nvPicPr>
          <p:cNvPr id="4" name="Picture 3">
            <a:extLst>
              <a:ext uri="{FF2B5EF4-FFF2-40B4-BE49-F238E27FC236}">
                <a16:creationId xmlns:a16="http://schemas.microsoft.com/office/drawing/2014/main" id="{0486D85E-B26A-F467-A6E7-33E68E951373}"/>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091652" y="234101"/>
            <a:ext cx="1711152" cy="867656"/>
          </a:xfrm>
          <a:prstGeom prst="rect">
            <a:avLst/>
          </a:prstGeom>
        </p:spPr>
      </p:pic>
      <p:pic>
        <p:nvPicPr>
          <p:cNvPr id="6" name="Picture 5">
            <a:extLst>
              <a:ext uri="{FF2B5EF4-FFF2-40B4-BE49-F238E27FC236}">
                <a16:creationId xmlns:a16="http://schemas.microsoft.com/office/drawing/2014/main" id="{3A1A9895-C3EE-B3EC-0B41-784F8D241D7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55947" y="5723160"/>
            <a:ext cx="1711152" cy="867656"/>
          </a:xfrm>
          <a:prstGeom prst="rect">
            <a:avLst/>
          </a:prstGeom>
        </p:spPr>
      </p:pic>
    </p:spTree>
    <p:extLst>
      <p:ext uri="{BB962C8B-B14F-4D97-AF65-F5344CB8AC3E}">
        <p14:creationId xmlns:p14="http://schemas.microsoft.com/office/powerpoint/2010/main" val="4111051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tistic / 1 USP - Black">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80D33F8-E1AD-F7A3-98AF-4133AAE0E6C6}"/>
              </a:ext>
            </a:extLst>
          </p:cNvPr>
          <p:cNvSpPr>
            <a:spLocks noGrp="1"/>
          </p:cNvSpPr>
          <p:nvPr>
            <p:ph type="title" hasCustomPrompt="1"/>
          </p:nvPr>
        </p:nvSpPr>
        <p:spPr>
          <a:xfrm>
            <a:off x="3241887" y="1333176"/>
            <a:ext cx="5708226" cy="4191647"/>
          </a:xfrm>
          <a:prstGeom prst="rect">
            <a:avLst/>
          </a:prstGeom>
        </p:spPr>
        <p:txBody>
          <a:bodyPr anchor="ctr">
            <a:noAutofit/>
          </a:bodyPr>
          <a:lstStyle>
            <a:lvl1pPr algn="ctr">
              <a:defRPr sz="5200" b="0" i="0" u="none" cap="all" baseline="0">
                <a:solidFill>
                  <a:schemeClr val="bg1"/>
                </a:solidFill>
                <a:latin typeface="Impact" panose="020B0806030902050204" pitchFamily="34" charset="0"/>
                <a:ea typeface="Beatrice" pitchFamily="2" charset="77"/>
              </a:defRPr>
            </a:lvl1pPr>
          </a:lstStyle>
          <a:p>
            <a:r>
              <a:rPr lang="en-US" dirty="0"/>
              <a:t>Insert top statistic / </a:t>
            </a:r>
            <a:r>
              <a:rPr lang="en-US" dirty="0" err="1"/>
              <a:t>usp</a:t>
            </a:r>
            <a:r>
              <a:rPr lang="en-US" dirty="0"/>
              <a:t> </a:t>
            </a:r>
            <a:br>
              <a:rPr lang="en-US" dirty="0"/>
            </a:br>
            <a:r>
              <a:rPr lang="en-US" dirty="0"/>
              <a:t>- one point only</a:t>
            </a:r>
          </a:p>
        </p:txBody>
      </p:sp>
      <p:pic>
        <p:nvPicPr>
          <p:cNvPr id="2" name="Picture 1">
            <a:extLst>
              <a:ext uri="{FF2B5EF4-FFF2-40B4-BE49-F238E27FC236}">
                <a16:creationId xmlns:a16="http://schemas.microsoft.com/office/drawing/2014/main" id="{97E5930F-3DD4-FBEA-BA1A-E4B81C1AE5A9}"/>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82598" y="5524823"/>
            <a:ext cx="1102032" cy="1099243"/>
          </a:xfrm>
          <a:prstGeom prst="rect">
            <a:avLst/>
          </a:prstGeom>
        </p:spPr>
      </p:pic>
      <p:pic>
        <p:nvPicPr>
          <p:cNvPr id="4" name="Picture 3">
            <a:extLst>
              <a:ext uri="{FF2B5EF4-FFF2-40B4-BE49-F238E27FC236}">
                <a16:creationId xmlns:a16="http://schemas.microsoft.com/office/drawing/2014/main" id="{4E3F6618-303A-B475-A499-11CA64D0A8AB}"/>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674119" y="233933"/>
            <a:ext cx="1102032" cy="1099243"/>
          </a:xfrm>
          <a:prstGeom prst="rect">
            <a:avLst/>
          </a:prstGeom>
        </p:spPr>
      </p:pic>
    </p:spTree>
    <p:extLst>
      <p:ext uri="{BB962C8B-B14F-4D97-AF65-F5344CB8AC3E}">
        <p14:creationId xmlns:p14="http://schemas.microsoft.com/office/powerpoint/2010/main" val="32532759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atistic / 1 USP - White">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65044F-D55B-9046-2AB7-A0742F776E96}"/>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091652" y="287006"/>
            <a:ext cx="1711151" cy="784111"/>
          </a:xfrm>
          <a:prstGeom prst="rect">
            <a:avLst/>
          </a:prstGeom>
        </p:spPr>
      </p:pic>
      <p:sp>
        <p:nvSpPr>
          <p:cNvPr id="3" name="Title 1">
            <a:extLst>
              <a:ext uri="{FF2B5EF4-FFF2-40B4-BE49-F238E27FC236}">
                <a16:creationId xmlns:a16="http://schemas.microsoft.com/office/drawing/2014/main" id="{280D33F8-E1AD-F7A3-98AF-4133AAE0E6C6}"/>
              </a:ext>
            </a:extLst>
          </p:cNvPr>
          <p:cNvSpPr>
            <a:spLocks noGrp="1"/>
          </p:cNvSpPr>
          <p:nvPr>
            <p:ph type="title" hasCustomPrompt="1"/>
          </p:nvPr>
        </p:nvSpPr>
        <p:spPr>
          <a:xfrm>
            <a:off x="3241887" y="1333176"/>
            <a:ext cx="5708226" cy="4191647"/>
          </a:xfrm>
          <a:prstGeom prst="rect">
            <a:avLst/>
          </a:prstGeom>
        </p:spPr>
        <p:txBody>
          <a:bodyPr anchor="ctr">
            <a:noAutofit/>
          </a:bodyPr>
          <a:lstStyle>
            <a:lvl1pPr algn="ctr">
              <a:defRPr sz="5200" b="0" i="0" u="none" cap="all" baseline="0">
                <a:solidFill>
                  <a:schemeClr val="tx1"/>
                </a:solidFill>
                <a:latin typeface="Impact" panose="020B0806030902050204" pitchFamily="34" charset="0"/>
                <a:ea typeface="Beatrice" pitchFamily="2" charset="77"/>
              </a:defRPr>
            </a:lvl1pPr>
          </a:lstStyle>
          <a:p>
            <a:r>
              <a:rPr lang="en-US" dirty="0"/>
              <a:t>Insert top statistic / </a:t>
            </a:r>
            <a:r>
              <a:rPr lang="en-US" dirty="0" err="1"/>
              <a:t>usp</a:t>
            </a:r>
            <a:r>
              <a:rPr lang="en-US" dirty="0"/>
              <a:t> </a:t>
            </a:r>
            <a:br>
              <a:rPr lang="en-US" dirty="0"/>
            </a:br>
            <a:r>
              <a:rPr lang="en-US" dirty="0"/>
              <a:t>- one point only</a:t>
            </a:r>
          </a:p>
        </p:txBody>
      </p:sp>
      <p:pic>
        <p:nvPicPr>
          <p:cNvPr id="6" name="Picture 5">
            <a:extLst>
              <a:ext uri="{FF2B5EF4-FFF2-40B4-BE49-F238E27FC236}">
                <a16:creationId xmlns:a16="http://schemas.microsoft.com/office/drawing/2014/main" id="{F1DBA594-6057-84E7-76D6-2964D451E99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55947" y="5806705"/>
            <a:ext cx="1711151" cy="784111"/>
          </a:xfrm>
          <a:prstGeom prst="rect">
            <a:avLst/>
          </a:prstGeom>
        </p:spPr>
      </p:pic>
    </p:spTree>
    <p:extLst>
      <p:ext uri="{BB962C8B-B14F-4D97-AF65-F5344CB8AC3E}">
        <p14:creationId xmlns:p14="http://schemas.microsoft.com/office/powerpoint/2010/main" val="10448401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Text + Image - White">
    <p:bg>
      <p:bgPr>
        <a:solidFill>
          <a:schemeClr val="bg1">
            <a:lumMod val="95000"/>
          </a:schemeClr>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5319DDB-8A63-8605-350D-80BFF4D12485}"/>
              </a:ext>
            </a:extLst>
          </p:cNvPr>
          <p:cNvSpPr>
            <a:spLocks noGrp="1"/>
          </p:cNvSpPr>
          <p:nvPr>
            <p:ph type="title" hasCustomPrompt="1"/>
          </p:nvPr>
        </p:nvSpPr>
        <p:spPr>
          <a:xfrm>
            <a:off x="388744" y="642887"/>
            <a:ext cx="5293159" cy="625843"/>
          </a:xfrm>
          <a:prstGeom prst="rect">
            <a:avLst/>
          </a:prstGeom>
        </p:spPr>
        <p:txBody>
          <a:bodyPr anchor="t">
            <a:noAutofit/>
          </a:bodyPr>
          <a:lstStyle>
            <a:lvl1pPr>
              <a:defRPr sz="4400" b="0" i="0" u="none" cap="all" baseline="0">
                <a:solidFill>
                  <a:schemeClr val="tx1"/>
                </a:solidFill>
                <a:latin typeface="Impact" panose="020B0806030902050204" pitchFamily="34" charset="0"/>
                <a:ea typeface="Beatrice" pitchFamily="2" charset="77"/>
              </a:defRPr>
            </a:lvl1pPr>
          </a:lstStyle>
          <a:p>
            <a:r>
              <a:rPr lang="en-US" dirty="0"/>
              <a:t>Insert title</a:t>
            </a:r>
          </a:p>
        </p:txBody>
      </p:sp>
      <p:sp>
        <p:nvSpPr>
          <p:cNvPr id="5" name="Picture Placeholder 3">
            <a:extLst>
              <a:ext uri="{FF2B5EF4-FFF2-40B4-BE49-F238E27FC236}">
                <a16:creationId xmlns:a16="http://schemas.microsoft.com/office/drawing/2014/main" id="{2456614B-8F35-DF4B-4FE5-2D55DAA7B71B}"/>
              </a:ext>
            </a:extLst>
          </p:cNvPr>
          <p:cNvSpPr>
            <a:spLocks noGrp="1"/>
          </p:cNvSpPr>
          <p:nvPr>
            <p:ph type="pic" sz="quarter" idx="24" hasCustomPrompt="1"/>
          </p:nvPr>
        </p:nvSpPr>
        <p:spPr>
          <a:xfrm>
            <a:off x="6096000" y="685800"/>
            <a:ext cx="6096000" cy="5529312"/>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
        <p:nvSpPr>
          <p:cNvPr id="6" name="Content Placeholder 1">
            <a:extLst>
              <a:ext uri="{FF2B5EF4-FFF2-40B4-BE49-F238E27FC236}">
                <a16:creationId xmlns:a16="http://schemas.microsoft.com/office/drawing/2014/main" id="{C3AC4AC0-7FBF-D61A-A8E8-A8DF56EA004D}"/>
              </a:ext>
            </a:extLst>
          </p:cNvPr>
          <p:cNvSpPr>
            <a:spLocks noGrp="1"/>
          </p:cNvSpPr>
          <p:nvPr>
            <p:ph idx="13" hasCustomPrompt="1"/>
          </p:nvPr>
        </p:nvSpPr>
        <p:spPr>
          <a:xfrm>
            <a:off x="421841" y="1595119"/>
            <a:ext cx="5293159" cy="4655073"/>
          </a:xfrm>
          <a:prstGeom prst="rect">
            <a:avLst/>
          </a:prstGeom>
        </p:spPr>
        <p:txBody>
          <a:bodyPr/>
          <a:lstStyle>
            <a:lvl1pPr marL="457200" marR="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 or bullet points</a:t>
            </a:r>
          </a:p>
        </p:txBody>
      </p:sp>
    </p:spTree>
    <p:extLst>
      <p:ext uri="{BB962C8B-B14F-4D97-AF65-F5344CB8AC3E}">
        <p14:creationId xmlns:p14="http://schemas.microsoft.com/office/powerpoint/2010/main" val="11010813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 Larger Image - Blue">
    <p:bg>
      <p:bgPr>
        <a:solidFill>
          <a:srgbClr val="3E77C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0A00B-B302-66E5-55F4-1070290D5386}"/>
              </a:ext>
            </a:extLst>
          </p:cNvPr>
          <p:cNvSpPr>
            <a:spLocks noGrp="1"/>
          </p:cNvSpPr>
          <p:nvPr>
            <p:ph type="title" hasCustomPrompt="1"/>
          </p:nvPr>
        </p:nvSpPr>
        <p:spPr>
          <a:xfrm>
            <a:off x="222187" y="958362"/>
            <a:ext cx="3458273" cy="4941275"/>
          </a:xfrm>
          <a:prstGeom prst="rect">
            <a:avLst/>
          </a:prstGeom>
        </p:spPr>
        <p:txBody>
          <a:bodyPr anchor="ctr">
            <a:noAutofit/>
          </a:bodyPr>
          <a:lstStyle>
            <a:lvl1pPr>
              <a:lnSpc>
                <a:spcPct val="85000"/>
              </a:lnSpc>
              <a:defRPr sz="4400" b="0" i="0" u="none" cap="all" baseline="0">
                <a:solidFill>
                  <a:schemeClr val="tx1"/>
                </a:solidFill>
                <a:latin typeface="Impact" panose="020B0806030902050204" pitchFamily="34" charset="0"/>
                <a:ea typeface="Beatrice" pitchFamily="2" charset="77"/>
              </a:defRPr>
            </a:lvl1pPr>
          </a:lstStyle>
          <a:p>
            <a:r>
              <a:rPr lang="en-US" dirty="0"/>
              <a:t>Insert </a:t>
            </a:r>
            <a:r>
              <a:rPr lang="en-US" dirty="0" err="1"/>
              <a:t>usp</a:t>
            </a:r>
            <a:r>
              <a:rPr lang="en-US" dirty="0"/>
              <a:t> </a:t>
            </a:r>
            <a:br>
              <a:rPr lang="en-US" dirty="0"/>
            </a:br>
            <a:r>
              <a:rPr lang="en-US" dirty="0"/>
              <a:t>– one point only</a:t>
            </a:r>
          </a:p>
        </p:txBody>
      </p:sp>
      <p:sp>
        <p:nvSpPr>
          <p:cNvPr id="4" name="Picture Placeholder 3">
            <a:extLst>
              <a:ext uri="{FF2B5EF4-FFF2-40B4-BE49-F238E27FC236}">
                <a16:creationId xmlns:a16="http://schemas.microsoft.com/office/drawing/2014/main" id="{AF3C6395-8F92-A63B-69A2-D30BF0A3C477}"/>
              </a:ext>
            </a:extLst>
          </p:cNvPr>
          <p:cNvSpPr>
            <a:spLocks noGrp="1"/>
          </p:cNvSpPr>
          <p:nvPr>
            <p:ph type="pic" sz="quarter" idx="24" hasCustomPrompt="1"/>
          </p:nvPr>
        </p:nvSpPr>
        <p:spPr>
          <a:xfrm>
            <a:off x="4240530" y="958362"/>
            <a:ext cx="7951470" cy="4941276"/>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Tree>
    <p:extLst>
      <p:ext uri="{BB962C8B-B14F-4D97-AF65-F5344CB8AC3E}">
        <p14:creationId xmlns:p14="http://schemas.microsoft.com/office/powerpoint/2010/main" val="7331010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 Larger Image - Mustard">
    <p:bg>
      <p:bgPr>
        <a:solidFill>
          <a:srgbClr val="FAA71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0A00B-B302-66E5-55F4-1070290D5386}"/>
              </a:ext>
            </a:extLst>
          </p:cNvPr>
          <p:cNvSpPr>
            <a:spLocks noGrp="1"/>
          </p:cNvSpPr>
          <p:nvPr>
            <p:ph type="title" hasCustomPrompt="1"/>
          </p:nvPr>
        </p:nvSpPr>
        <p:spPr>
          <a:xfrm>
            <a:off x="222187" y="958362"/>
            <a:ext cx="3458273" cy="4941275"/>
          </a:xfrm>
          <a:prstGeom prst="rect">
            <a:avLst/>
          </a:prstGeom>
        </p:spPr>
        <p:txBody>
          <a:bodyPr anchor="ctr">
            <a:noAutofit/>
          </a:bodyPr>
          <a:lstStyle>
            <a:lvl1pPr>
              <a:lnSpc>
                <a:spcPct val="85000"/>
              </a:lnSpc>
              <a:defRPr sz="4400" b="0" i="0" u="none" cap="all" baseline="0">
                <a:solidFill>
                  <a:schemeClr val="tx1"/>
                </a:solidFill>
                <a:latin typeface="Impact" panose="020B0806030902050204" pitchFamily="34" charset="0"/>
                <a:ea typeface="Beatrice" pitchFamily="2" charset="77"/>
              </a:defRPr>
            </a:lvl1pPr>
          </a:lstStyle>
          <a:p>
            <a:r>
              <a:rPr lang="en-US" dirty="0"/>
              <a:t>Insert </a:t>
            </a:r>
            <a:r>
              <a:rPr lang="en-US" dirty="0" err="1"/>
              <a:t>usp</a:t>
            </a:r>
            <a:r>
              <a:rPr lang="en-US" dirty="0"/>
              <a:t> </a:t>
            </a:r>
            <a:br>
              <a:rPr lang="en-US" dirty="0"/>
            </a:br>
            <a:r>
              <a:rPr lang="en-US" dirty="0"/>
              <a:t>– one point only</a:t>
            </a:r>
          </a:p>
        </p:txBody>
      </p:sp>
      <p:sp>
        <p:nvSpPr>
          <p:cNvPr id="4" name="Picture Placeholder 3">
            <a:extLst>
              <a:ext uri="{FF2B5EF4-FFF2-40B4-BE49-F238E27FC236}">
                <a16:creationId xmlns:a16="http://schemas.microsoft.com/office/drawing/2014/main" id="{AF3C6395-8F92-A63B-69A2-D30BF0A3C477}"/>
              </a:ext>
            </a:extLst>
          </p:cNvPr>
          <p:cNvSpPr>
            <a:spLocks noGrp="1"/>
          </p:cNvSpPr>
          <p:nvPr>
            <p:ph type="pic" sz="quarter" idx="24" hasCustomPrompt="1"/>
          </p:nvPr>
        </p:nvSpPr>
        <p:spPr>
          <a:xfrm>
            <a:off x="4240530" y="958362"/>
            <a:ext cx="7951470" cy="4941276"/>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Tree>
    <p:extLst>
      <p:ext uri="{BB962C8B-B14F-4D97-AF65-F5344CB8AC3E}">
        <p14:creationId xmlns:p14="http://schemas.microsoft.com/office/powerpoint/2010/main" val="42041208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 Larger Image - Pink">
    <p:bg>
      <p:bgPr>
        <a:solidFill>
          <a:srgbClr val="F088B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0A00B-B302-66E5-55F4-1070290D5386}"/>
              </a:ext>
            </a:extLst>
          </p:cNvPr>
          <p:cNvSpPr>
            <a:spLocks noGrp="1"/>
          </p:cNvSpPr>
          <p:nvPr>
            <p:ph type="title" hasCustomPrompt="1"/>
          </p:nvPr>
        </p:nvSpPr>
        <p:spPr>
          <a:xfrm>
            <a:off x="222187" y="958362"/>
            <a:ext cx="3458273" cy="4941275"/>
          </a:xfrm>
          <a:prstGeom prst="rect">
            <a:avLst/>
          </a:prstGeom>
        </p:spPr>
        <p:txBody>
          <a:bodyPr anchor="ctr">
            <a:noAutofit/>
          </a:bodyPr>
          <a:lstStyle>
            <a:lvl1pPr>
              <a:lnSpc>
                <a:spcPct val="85000"/>
              </a:lnSpc>
              <a:defRPr sz="4400" b="0" i="0" u="none" cap="all" baseline="0">
                <a:solidFill>
                  <a:schemeClr val="tx1"/>
                </a:solidFill>
                <a:latin typeface="Impact" panose="020B0806030902050204" pitchFamily="34" charset="0"/>
                <a:ea typeface="Beatrice" pitchFamily="2" charset="77"/>
              </a:defRPr>
            </a:lvl1pPr>
          </a:lstStyle>
          <a:p>
            <a:r>
              <a:rPr lang="en-US" dirty="0"/>
              <a:t>Insert </a:t>
            </a:r>
            <a:r>
              <a:rPr lang="en-US" dirty="0" err="1"/>
              <a:t>usp</a:t>
            </a:r>
            <a:r>
              <a:rPr lang="en-US" dirty="0"/>
              <a:t> </a:t>
            </a:r>
            <a:br>
              <a:rPr lang="en-US" dirty="0"/>
            </a:br>
            <a:r>
              <a:rPr lang="en-US" dirty="0"/>
              <a:t>– one point only</a:t>
            </a:r>
          </a:p>
        </p:txBody>
      </p:sp>
      <p:sp>
        <p:nvSpPr>
          <p:cNvPr id="4" name="Picture Placeholder 3">
            <a:extLst>
              <a:ext uri="{FF2B5EF4-FFF2-40B4-BE49-F238E27FC236}">
                <a16:creationId xmlns:a16="http://schemas.microsoft.com/office/drawing/2014/main" id="{AF3C6395-8F92-A63B-69A2-D30BF0A3C477}"/>
              </a:ext>
            </a:extLst>
          </p:cNvPr>
          <p:cNvSpPr>
            <a:spLocks noGrp="1"/>
          </p:cNvSpPr>
          <p:nvPr>
            <p:ph type="pic" sz="quarter" idx="24" hasCustomPrompt="1"/>
          </p:nvPr>
        </p:nvSpPr>
        <p:spPr>
          <a:xfrm>
            <a:off x="4240530" y="958362"/>
            <a:ext cx="7951470" cy="4941276"/>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Tree>
    <p:extLst>
      <p:ext uri="{BB962C8B-B14F-4D97-AF65-F5344CB8AC3E}">
        <p14:creationId xmlns:p14="http://schemas.microsoft.com/office/powerpoint/2010/main" val="38732226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 Larger Image - Red">
    <p:bg>
      <p:bgPr>
        <a:solidFill>
          <a:srgbClr val="FF3B5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0A00B-B302-66E5-55F4-1070290D5386}"/>
              </a:ext>
            </a:extLst>
          </p:cNvPr>
          <p:cNvSpPr>
            <a:spLocks noGrp="1"/>
          </p:cNvSpPr>
          <p:nvPr>
            <p:ph type="title" hasCustomPrompt="1"/>
          </p:nvPr>
        </p:nvSpPr>
        <p:spPr>
          <a:xfrm>
            <a:off x="222187" y="958362"/>
            <a:ext cx="3458273" cy="4941275"/>
          </a:xfrm>
          <a:prstGeom prst="rect">
            <a:avLst/>
          </a:prstGeom>
        </p:spPr>
        <p:txBody>
          <a:bodyPr anchor="ctr">
            <a:noAutofit/>
          </a:bodyPr>
          <a:lstStyle>
            <a:lvl1pPr>
              <a:lnSpc>
                <a:spcPct val="85000"/>
              </a:lnSpc>
              <a:defRPr sz="4400" b="0" i="0" u="none" cap="all" baseline="0">
                <a:solidFill>
                  <a:schemeClr val="tx1"/>
                </a:solidFill>
                <a:latin typeface="Impact" panose="020B0806030902050204" pitchFamily="34" charset="0"/>
                <a:ea typeface="Beatrice" pitchFamily="2" charset="77"/>
              </a:defRPr>
            </a:lvl1pPr>
          </a:lstStyle>
          <a:p>
            <a:r>
              <a:rPr lang="en-US" dirty="0"/>
              <a:t>Insert </a:t>
            </a:r>
            <a:r>
              <a:rPr lang="en-US" dirty="0" err="1"/>
              <a:t>usp</a:t>
            </a:r>
            <a:r>
              <a:rPr lang="en-US" dirty="0"/>
              <a:t> </a:t>
            </a:r>
            <a:br>
              <a:rPr lang="en-US" dirty="0"/>
            </a:br>
            <a:r>
              <a:rPr lang="en-US" dirty="0"/>
              <a:t>– one point only</a:t>
            </a:r>
          </a:p>
        </p:txBody>
      </p:sp>
      <p:sp>
        <p:nvSpPr>
          <p:cNvPr id="4" name="Picture Placeholder 3">
            <a:extLst>
              <a:ext uri="{FF2B5EF4-FFF2-40B4-BE49-F238E27FC236}">
                <a16:creationId xmlns:a16="http://schemas.microsoft.com/office/drawing/2014/main" id="{AF3C6395-8F92-A63B-69A2-D30BF0A3C477}"/>
              </a:ext>
            </a:extLst>
          </p:cNvPr>
          <p:cNvSpPr>
            <a:spLocks noGrp="1"/>
          </p:cNvSpPr>
          <p:nvPr>
            <p:ph type="pic" sz="quarter" idx="24" hasCustomPrompt="1"/>
          </p:nvPr>
        </p:nvSpPr>
        <p:spPr>
          <a:xfrm>
            <a:off x="4240530" y="958362"/>
            <a:ext cx="7951470" cy="4941276"/>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Tree>
    <p:extLst>
      <p:ext uri="{BB962C8B-B14F-4D97-AF65-F5344CB8AC3E}">
        <p14:creationId xmlns:p14="http://schemas.microsoft.com/office/powerpoint/2010/main" val="15786215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 Larger Image - Teal">
    <p:bg>
      <p:bgPr>
        <a:solidFill>
          <a:srgbClr val="1CA69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0A00B-B302-66E5-55F4-1070290D5386}"/>
              </a:ext>
            </a:extLst>
          </p:cNvPr>
          <p:cNvSpPr>
            <a:spLocks noGrp="1"/>
          </p:cNvSpPr>
          <p:nvPr>
            <p:ph type="title" hasCustomPrompt="1"/>
          </p:nvPr>
        </p:nvSpPr>
        <p:spPr>
          <a:xfrm>
            <a:off x="222187" y="958362"/>
            <a:ext cx="3458273" cy="4941275"/>
          </a:xfrm>
          <a:prstGeom prst="rect">
            <a:avLst/>
          </a:prstGeom>
        </p:spPr>
        <p:txBody>
          <a:bodyPr anchor="ctr">
            <a:noAutofit/>
          </a:bodyPr>
          <a:lstStyle>
            <a:lvl1pPr>
              <a:lnSpc>
                <a:spcPct val="85000"/>
              </a:lnSpc>
              <a:defRPr sz="4400" b="0" i="0" u="none" cap="all" baseline="0">
                <a:solidFill>
                  <a:schemeClr val="tx1"/>
                </a:solidFill>
                <a:latin typeface="Impact" panose="020B0806030902050204" pitchFamily="34" charset="0"/>
                <a:ea typeface="Beatrice" pitchFamily="2" charset="77"/>
              </a:defRPr>
            </a:lvl1pPr>
          </a:lstStyle>
          <a:p>
            <a:r>
              <a:rPr lang="en-US" dirty="0"/>
              <a:t>Insert </a:t>
            </a:r>
            <a:r>
              <a:rPr lang="en-US" dirty="0" err="1"/>
              <a:t>usp</a:t>
            </a:r>
            <a:r>
              <a:rPr lang="en-US" dirty="0"/>
              <a:t> </a:t>
            </a:r>
            <a:br>
              <a:rPr lang="en-US" dirty="0"/>
            </a:br>
            <a:r>
              <a:rPr lang="en-US" dirty="0"/>
              <a:t>– one point only</a:t>
            </a:r>
          </a:p>
        </p:txBody>
      </p:sp>
      <p:sp>
        <p:nvSpPr>
          <p:cNvPr id="4" name="Picture Placeholder 3">
            <a:extLst>
              <a:ext uri="{FF2B5EF4-FFF2-40B4-BE49-F238E27FC236}">
                <a16:creationId xmlns:a16="http://schemas.microsoft.com/office/drawing/2014/main" id="{AF3C6395-8F92-A63B-69A2-D30BF0A3C477}"/>
              </a:ext>
            </a:extLst>
          </p:cNvPr>
          <p:cNvSpPr>
            <a:spLocks noGrp="1"/>
          </p:cNvSpPr>
          <p:nvPr>
            <p:ph type="pic" sz="quarter" idx="24" hasCustomPrompt="1"/>
          </p:nvPr>
        </p:nvSpPr>
        <p:spPr>
          <a:xfrm>
            <a:off x="4240530" y="958362"/>
            <a:ext cx="7951470" cy="4941276"/>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Tree>
    <p:extLst>
      <p:ext uri="{BB962C8B-B14F-4D97-AF65-F5344CB8AC3E}">
        <p14:creationId xmlns:p14="http://schemas.microsoft.com/office/powerpoint/2010/main" val="36419547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 Larger Image -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0A00B-B302-66E5-55F4-1070290D5386}"/>
              </a:ext>
            </a:extLst>
          </p:cNvPr>
          <p:cNvSpPr>
            <a:spLocks noGrp="1"/>
          </p:cNvSpPr>
          <p:nvPr>
            <p:ph type="title" hasCustomPrompt="1"/>
          </p:nvPr>
        </p:nvSpPr>
        <p:spPr>
          <a:xfrm>
            <a:off x="222187" y="958362"/>
            <a:ext cx="3458273" cy="4941275"/>
          </a:xfrm>
          <a:prstGeom prst="rect">
            <a:avLst/>
          </a:prstGeom>
        </p:spPr>
        <p:txBody>
          <a:bodyPr anchor="ctr">
            <a:noAutofit/>
          </a:bodyPr>
          <a:lstStyle>
            <a:lvl1pPr>
              <a:lnSpc>
                <a:spcPct val="85000"/>
              </a:lnSpc>
              <a:defRPr sz="4400" b="0" i="0" u="none" cap="all" baseline="0">
                <a:solidFill>
                  <a:schemeClr val="bg1"/>
                </a:solidFill>
                <a:latin typeface="Impact" panose="020B0806030902050204" pitchFamily="34" charset="0"/>
                <a:ea typeface="Beatrice" pitchFamily="2" charset="77"/>
              </a:defRPr>
            </a:lvl1pPr>
          </a:lstStyle>
          <a:p>
            <a:r>
              <a:rPr lang="en-US" dirty="0"/>
              <a:t>Insert </a:t>
            </a:r>
            <a:r>
              <a:rPr lang="en-US" dirty="0" err="1"/>
              <a:t>usp</a:t>
            </a:r>
            <a:r>
              <a:rPr lang="en-US" dirty="0"/>
              <a:t> </a:t>
            </a:r>
            <a:br>
              <a:rPr lang="en-US" dirty="0"/>
            </a:br>
            <a:r>
              <a:rPr lang="en-US" dirty="0"/>
              <a:t>– one point only</a:t>
            </a:r>
          </a:p>
        </p:txBody>
      </p:sp>
      <p:sp>
        <p:nvSpPr>
          <p:cNvPr id="4" name="Picture Placeholder 3">
            <a:extLst>
              <a:ext uri="{FF2B5EF4-FFF2-40B4-BE49-F238E27FC236}">
                <a16:creationId xmlns:a16="http://schemas.microsoft.com/office/drawing/2014/main" id="{AF3C6395-8F92-A63B-69A2-D30BF0A3C477}"/>
              </a:ext>
            </a:extLst>
          </p:cNvPr>
          <p:cNvSpPr>
            <a:spLocks noGrp="1"/>
          </p:cNvSpPr>
          <p:nvPr>
            <p:ph type="pic" sz="quarter" idx="24" hasCustomPrompt="1"/>
          </p:nvPr>
        </p:nvSpPr>
        <p:spPr>
          <a:xfrm>
            <a:off x="4240530" y="958362"/>
            <a:ext cx="7951470" cy="4941276"/>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Tree>
    <p:extLst>
      <p:ext uri="{BB962C8B-B14F-4D97-AF65-F5344CB8AC3E}">
        <p14:creationId xmlns:p14="http://schemas.microsoft.com/office/powerpoint/2010/main" val="40643694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 Larger Image - Whit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0A00B-B302-66E5-55F4-1070290D5386}"/>
              </a:ext>
            </a:extLst>
          </p:cNvPr>
          <p:cNvSpPr>
            <a:spLocks noGrp="1"/>
          </p:cNvSpPr>
          <p:nvPr>
            <p:ph type="title" hasCustomPrompt="1"/>
          </p:nvPr>
        </p:nvSpPr>
        <p:spPr>
          <a:xfrm>
            <a:off x="222187" y="958362"/>
            <a:ext cx="3458273" cy="4941275"/>
          </a:xfrm>
          <a:prstGeom prst="rect">
            <a:avLst/>
          </a:prstGeom>
        </p:spPr>
        <p:txBody>
          <a:bodyPr anchor="ctr">
            <a:noAutofit/>
          </a:bodyPr>
          <a:lstStyle>
            <a:lvl1pPr>
              <a:lnSpc>
                <a:spcPct val="85000"/>
              </a:lnSpc>
              <a:defRPr sz="4400" b="0" i="0" u="none" cap="all" baseline="0">
                <a:solidFill>
                  <a:schemeClr val="tx1"/>
                </a:solidFill>
                <a:latin typeface="Impact" panose="020B0806030902050204" pitchFamily="34" charset="0"/>
                <a:ea typeface="Beatrice" pitchFamily="2" charset="77"/>
              </a:defRPr>
            </a:lvl1pPr>
          </a:lstStyle>
          <a:p>
            <a:r>
              <a:rPr lang="en-US" dirty="0"/>
              <a:t>Insert </a:t>
            </a:r>
            <a:r>
              <a:rPr lang="en-US" dirty="0" err="1"/>
              <a:t>usp</a:t>
            </a:r>
            <a:r>
              <a:rPr lang="en-US" dirty="0"/>
              <a:t> </a:t>
            </a:r>
            <a:br>
              <a:rPr lang="en-US" dirty="0"/>
            </a:br>
            <a:r>
              <a:rPr lang="en-US" dirty="0"/>
              <a:t>– one point only</a:t>
            </a:r>
          </a:p>
        </p:txBody>
      </p:sp>
      <p:sp>
        <p:nvSpPr>
          <p:cNvPr id="4" name="Picture Placeholder 3">
            <a:extLst>
              <a:ext uri="{FF2B5EF4-FFF2-40B4-BE49-F238E27FC236}">
                <a16:creationId xmlns:a16="http://schemas.microsoft.com/office/drawing/2014/main" id="{AF3C6395-8F92-A63B-69A2-D30BF0A3C477}"/>
              </a:ext>
            </a:extLst>
          </p:cNvPr>
          <p:cNvSpPr>
            <a:spLocks noGrp="1"/>
          </p:cNvSpPr>
          <p:nvPr>
            <p:ph type="pic" sz="quarter" idx="24" hasCustomPrompt="1"/>
          </p:nvPr>
        </p:nvSpPr>
        <p:spPr>
          <a:xfrm>
            <a:off x="4240530" y="958362"/>
            <a:ext cx="7951470" cy="4941276"/>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Tree>
    <p:extLst>
      <p:ext uri="{BB962C8B-B14F-4D97-AF65-F5344CB8AC3E}">
        <p14:creationId xmlns:p14="http://schemas.microsoft.com/office/powerpoint/2010/main" val="2503641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0131039"/>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7" r:id="rId4"/>
    <p:sldLayoutId id="2147483856" r:id="rId5"/>
    <p:sldLayoutId id="2147483763" r:id="rId6"/>
    <p:sldLayoutId id="2147483891"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240114"/>
      </p:ext>
    </p:extLst>
  </p:cSld>
  <p:clrMap bg1="lt1" tx1="dk1" bg2="lt2" tx2="dk2" accent1="accent1" accent2="accent2" accent3="accent3" accent4="accent4" accent5="accent5" accent6="accent6" hlink="hlink" folHlink="folHlink"/>
  <p:sldLayoutIdLst>
    <p:sldLayoutId id="21474837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7716968"/>
      </p:ext>
    </p:extLst>
  </p:cSld>
  <p:clrMap bg1="lt1" tx1="dk1" bg2="lt2" tx2="dk2" accent1="accent1" accent2="accent2" accent3="accent3" accent4="accent4" accent5="accent5" accent6="accent6" hlink="hlink" folHlink="folHlink"/>
  <p:sldLayoutIdLst>
    <p:sldLayoutId id="2147483759" r:id="rId1"/>
    <p:sldLayoutId id="2147483761" r:id="rId2"/>
    <p:sldLayoutId id="2147483760" r:id="rId3"/>
    <p:sldLayoutId id="2147483762" r:id="rId4"/>
    <p:sldLayoutId id="2147483961" r:id="rId5"/>
    <p:sldLayoutId id="2147483962" r:id="rId6"/>
    <p:sldLayoutId id="2147483963" r:id="rId7"/>
    <p:sldLayoutId id="2147484045"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2429229"/>
      </p:ext>
    </p:extLst>
  </p:cSld>
  <p:clrMap bg1="lt1" tx1="dk1" bg2="lt2" tx2="dk2" accent1="accent1" accent2="accent2" accent3="accent3" accent4="accent4" accent5="accent5" accent6="accent6" hlink="hlink" folHlink="folHlink"/>
  <p:sldLayoutIdLst>
    <p:sldLayoutId id="2147483965" r:id="rId1"/>
    <p:sldLayoutId id="2147483966" r:id="rId2"/>
    <p:sldLayoutId id="2147483967" r:id="rId3"/>
    <p:sldLayoutId id="2147483968" r:id="rId4"/>
    <p:sldLayoutId id="2147483969" r:id="rId5"/>
    <p:sldLayoutId id="2147483970" r:id="rId6"/>
    <p:sldLayoutId id="2147483971" r:id="rId7"/>
    <p:sldLayoutId id="214748404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9808770"/>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hyperlink" Target="https://moodle.glos.ac.uk/mod/assign/view.php?id=1978799" TargetMode="External"/><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video" Target="https://www.youtube.com/embed/nANhSfCGAs4?feature=oembed" TargetMode="External"/><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video" Target="https://www.youtube.com/embed/3tlNJibk234?feature=oembed" TargetMode="External"/><Relationship Id="rId4" Type="http://schemas.openxmlformats.org/officeDocument/2006/relationships/image" Target="../media/image23.jpeg"/></Relationships>
</file>

<file path=ppt/slides/_rels/slide11.xml.rels><?xml version="1.0" encoding="UTF-8" standalone="yes"?>
<Relationships xmlns="http://schemas.openxmlformats.org/package/2006/relationships"><Relationship Id="rId3" Type="http://schemas.openxmlformats.org/officeDocument/2006/relationships/hyperlink" Target="https://uniofglos.padlet.org/shooke/bm7703-greetings-in-different-cultures-week-2-ibzhts4qyv8ddpkc" TargetMode="External"/><Relationship Id="rId2" Type="http://schemas.openxmlformats.org/officeDocument/2006/relationships/notesSlide" Target="../notesSlides/notesSlide10.xml"/><Relationship Id="rId1" Type="http://schemas.openxmlformats.org/officeDocument/2006/relationships/slideLayout" Target="../slideLayouts/slideLayout26.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hyperlink" Target="https://www.hofstede-insights.com/country-comparison-tool" TargetMode="External"/><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hyperlink" Target="http://search.ebscohost.com/login.aspx?direct=true&amp;db=bth&amp;AN=6452001&amp;site=ehost-live&amp;scope=site" TargetMode="External"/><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0.xml"/><Relationship Id="rId1" Type="http://schemas.openxmlformats.org/officeDocument/2006/relationships/video" Target="https://www.youtube.com/embed/6R7o4rvzR7M?feature=oembed" TargetMode="External"/><Relationship Id="rId4" Type="http://schemas.openxmlformats.org/officeDocument/2006/relationships/image" Target="../media/image32.jpe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hyperlink" Target="https://elevate.talis.com/glos/player/modules/66fc16b25156ddd73dcc0fa2/resources/6702998f2ce7860715744a38?page=0" TargetMode="Externa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hyperlink" Target="https://www.theculturefactor.com/" TargetMode="Externa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hyperlink" Target="https://www.theculturefactor.com/" TargetMode="Externa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FA868-CE15-6040-6AAC-B13D8F853C3F}"/>
              </a:ext>
            </a:extLst>
          </p:cNvPr>
          <p:cNvSpPr>
            <a:spLocks noGrp="1"/>
          </p:cNvSpPr>
          <p:nvPr>
            <p:ph type="title"/>
          </p:nvPr>
        </p:nvSpPr>
        <p:spPr/>
        <p:txBody>
          <a:bodyPr/>
          <a:lstStyle/>
          <a:p>
            <a:r>
              <a:rPr lang="en-GB" sz="4800" dirty="0"/>
              <a:t>BM7703 </a:t>
            </a:r>
            <a:br>
              <a:rPr lang="en-GB" sz="4800" dirty="0"/>
            </a:br>
            <a:r>
              <a:rPr lang="en-GB" sz="4800" dirty="0"/>
              <a:t>Cross cultural issues in international business</a:t>
            </a:r>
            <a:br>
              <a:rPr lang="en-GB" sz="4800" dirty="0"/>
            </a:br>
            <a:br>
              <a:rPr lang="en-GB" sz="4800" dirty="0"/>
            </a:br>
            <a:r>
              <a:rPr lang="en-GB" sz="2800" dirty="0"/>
              <a:t>Week 2 </a:t>
            </a:r>
            <a:br>
              <a:rPr lang="en-GB" sz="2800" dirty="0"/>
            </a:br>
            <a:r>
              <a:rPr lang="en-GB" sz="2800" dirty="0"/>
              <a:t>Theories of culture and how culture influences our behaviour</a:t>
            </a:r>
            <a:br>
              <a:rPr lang="en-GB" sz="2800" dirty="0"/>
            </a:br>
            <a:br>
              <a:rPr lang="en-GB" sz="2800" dirty="0"/>
            </a:br>
            <a:r>
              <a:rPr lang="en-GB" sz="2800" dirty="0"/>
              <a:t>Sara </a:t>
            </a:r>
            <a:r>
              <a:rPr lang="en-GB" sz="2800" dirty="0" err="1"/>
              <a:t>hooke</a:t>
            </a:r>
            <a:endParaRPr lang="en-GB" sz="2800" dirty="0"/>
          </a:p>
        </p:txBody>
      </p:sp>
    </p:spTree>
    <p:extLst>
      <p:ext uri="{BB962C8B-B14F-4D97-AF65-F5344CB8AC3E}">
        <p14:creationId xmlns:p14="http://schemas.microsoft.com/office/powerpoint/2010/main" val="545442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358782-E662-3B82-38DC-73F687F2C198}"/>
              </a:ext>
            </a:extLst>
          </p:cNvPr>
          <p:cNvSpPr>
            <a:spLocks noGrp="1"/>
          </p:cNvSpPr>
          <p:nvPr>
            <p:ph type="title"/>
          </p:nvPr>
        </p:nvSpPr>
        <p:spPr>
          <a:xfrm>
            <a:off x="457200" y="357188"/>
            <a:ext cx="9833956" cy="756718"/>
          </a:xfrm>
        </p:spPr>
        <p:txBody>
          <a:bodyPr/>
          <a:lstStyle/>
          <a:p>
            <a:r>
              <a:rPr lang="en-US" dirty="0"/>
              <a:t>This week we are going to look at…</a:t>
            </a:r>
            <a:br>
              <a:rPr lang="en-US" dirty="0"/>
            </a:br>
            <a:endParaRPr lang="en-GB" dirty="0"/>
          </a:p>
        </p:txBody>
      </p:sp>
      <p:sp>
        <p:nvSpPr>
          <p:cNvPr id="5" name="Content Placeholder 4">
            <a:extLst>
              <a:ext uri="{FF2B5EF4-FFF2-40B4-BE49-F238E27FC236}">
                <a16:creationId xmlns:a16="http://schemas.microsoft.com/office/drawing/2014/main" id="{75F2C4A6-2039-910C-0595-84D1F4E18644}"/>
              </a:ext>
            </a:extLst>
          </p:cNvPr>
          <p:cNvSpPr>
            <a:spLocks noGrp="1"/>
          </p:cNvSpPr>
          <p:nvPr>
            <p:ph idx="14"/>
          </p:nvPr>
        </p:nvSpPr>
        <p:spPr/>
        <p:txBody>
          <a:bodyPr/>
          <a:lstStyle/>
          <a:p>
            <a:endParaRPr lang="en-US" dirty="0">
              <a:solidFill>
                <a:srgbClr val="1D2125"/>
              </a:solidFill>
              <a:latin typeface="-apple-system"/>
            </a:endParaRPr>
          </a:p>
          <a:p>
            <a:r>
              <a:rPr lang="en-US" dirty="0">
                <a:solidFill>
                  <a:srgbClr val="1D2125"/>
                </a:solidFill>
                <a:latin typeface="-apple-system"/>
              </a:rPr>
              <a:t>	</a:t>
            </a:r>
            <a:r>
              <a:rPr lang="en-US" b="0" i="0" dirty="0">
                <a:solidFill>
                  <a:srgbClr val="1D2125"/>
                </a:solidFill>
                <a:effectLst/>
                <a:latin typeface="-apple-system"/>
              </a:rPr>
              <a:t> how culture influences our </a:t>
            </a:r>
            <a:r>
              <a:rPr lang="en-US" b="0" i="0" dirty="0" err="1">
                <a:solidFill>
                  <a:srgbClr val="1D2125"/>
                </a:solidFill>
                <a:effectLst/>
                <a:latin typeface="-apple-system"/>
              </a:rPr>
              <a:t>behaviour</a:t>
            </a:r>
            <a:r>
              <a:rPr lang="en-US" b="0" i="0" dirty="0">
                <a:solidFill>
                  <a:srgbClr val="1D2125"/>
                </a:solidFill>
                <a:effectLst/>
                <a:latin typeface="-apple-system"/>
              </a:rPr>
              <a:t>, and how this can help or hinder building business relationships and connections in multicultural and global contexts. </a:t>
            </a:r>
          </a:p>
          <a:p>
            <a:endParaRPr lang="en-GB" dirty="0"/>
          </a:p>
        </p:txBody>
      </p:sp>
    </p:spTree>
    <p:extLst>
      <p:ext uri="{BB962C8B-B14F-4D97-AF65-F5344CB8AC3E}">
        <p14:creationId xmlns:p14="http://schemas.microsoft.com/office/powerpoint/2010/main" val="602940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FD9BC-4C73-874A-FB01-A7AAE7C53B04}"/>
              </a:ext>
            </a:extLst>
          </p:cNvPr>
          <p:cNvSpPr>
            <a:spLocks noGrp="1"/>
          </p:cNvSpPr>
          <p:nvPr>
            <p:ph type="title"/>
          </p:nvPr>
        </p:nvSpPr>
        <p:spPr/>
        <p:txBody>
          <a:bodyPr/>
          <a:lstStyle/>
          <a:p>
            <a:r>
              <a:rPr lang="en-GB" dirty="0"/>
              <a:t>Why are we looking at this?</a:t>
            </a:r>
          </a:p>
        </p:txBody>
      </p:sp>
      <p:sp>
        <p:nvSpPr>
          <p:cNvPr id="3" name="Content Placeholder 2">
            <a:extLst>
              <a:ext uri="{FF2B5EF4-FFF2-40B4-BE49-F238E27FC236}">
                <a16:creationId xmlns:a16="http://schemas.microsoft.com/office/drawing/2014/main" id="{3ED024B8-30C4-BEDF-7CB0-4DD668CA8EE9}"/>
              </a:ext>
            </a:extLst>
          </p:cNvPr>
          <p:cNvSpPr>
            <a:spLocks noGrp="1"/>
          </p:cNvSpPr>
          <p:nvPr>
            <p:ph idx="14"/>
          </p:nvPr>
        </p:nvSpPr>
        <p:spPr>
          <a:xfrm>
            <a:off x="574240" y="1645920"/>
            <a:ext cx="10980451" cy="4477789"/>
          </a:xfrm>
        </p:spPr>
        <p:txBody>
          <a:bodyPr/>
          <a:lstStyle/>
          <a:p>
            <a:r>
              <a:rPr lang="en-GB" sz="2400" dirty="0">
                <a:latin typeface="+mn-lt"/>
              </a:rPr>
              <a:t>It links to our learning outcomes</a:t>
            </a:r>
          </a:p>
          <a:p>
            <a:pPr marL="514350" indent="-514350">
              <a:buAutoNum type="arabicPeriod"/>
            </a:pPr>
            <a:r>
              <a:rPr lang="en-GB" sz="2400" dirty="0">
                <a:latin typeface="+mn-lt"/>
              </a:rPr>
              <a:t>…demonstrate an</a:t>
            </a:r>
            <a:r>
              <a:rPr lang="en-US" sz="2400" b="0" i="0" dirty="0">
                <a:solidFill>
                  <a:srgbClr val="1D2125"/>
                </a:solidFill>
                <a:effectLst/>
                <a:latin typeface="+mn-lt"/>
              </a:rPr>
              <a:t> understanding in the </a:t>
            </a:r>
            <a:r>
              <a:rPr lang="en-US" sz="2400" b="0" i="0" dirty="0" err="1">
                <a:solidFill>
                  <a:srgbClr val="1D2125"/>
                </a:solidFill>
                <a:effectLst/>
                <a:latin typeface="+mn-lt"/>
              </a:rPr>
              <a:t>specialised</a:t>
            </a:r>
            <a:r>
              <a:rPr lang="en-US" sz="2400" b="0" i="0" dirty="0">
                <a:solidFill>
                  <a:srgbClr val="1D2125"/>
                </a:solidFill>
                <a:effectLst/>
                <a:latin typeface="+mn-lt"/>
              </a:rPr>
              <a:t> fields of intercultural issues and cross-cultural issues in an international management context</a:t>
            </a:r>
            <a:endParaRPr lang="en-GB" sz="2400" b="0" i="0" dirty="0">
              <a:solidFill>
                <a:srgbClr val="1D2125"/>
              </a:solidFill>
              <a:effectLst/>
              <a:latin typeface="+mn-lt"/>
            </a:endParaRPr>
          </a:p>
          <a:p>
            <a:pPr marL="514350" indent="-514350">
              <a:buAutoNum type="arabicPeriod"/>
            </a:pPr>
            <a:r>
              <a:rPr lang="en-GB" sz="2400" dirty="0">
                <a:solidFill>
                  <a:srgbClr val="1D2125"/>
                </a:solidFill>
                <a:latin typeface="+mn-lt"/>
              </a:rPr>
              <a:t>…</a:t>
            </a:r>
            <a:r>
              <a:rPr lang="en-US" sz="2400" b="0" i="0" dirty="0">
                <a:solidFill>
                  <a:srgbClr val="1D2125"/>
                </a:solidFill>
                <a:effectLst/>
                <a:latin typeface="+mn-lt"/>
              </a:rPr>
              <a:t> demonstrate an understanding of existing theoretical and methodological approaches in the field of cross-cultural studies relating to international business management to support critical analysis and evaluation of current theory.</a:t>
            </a:r>
          </a:p>
          <a:p>
            <a:pPr marL="514350" indent="-514350">
              <a:buFont typeface="System Font Regular"/>
              <a:buAutoNum type="arabicPeriod"/>
            </a:pPr>
            <a:r>
              <a:rPr lang="en-US" sz="2400" b="0" i="0" dirty="0">
                <a:solidFill>
                  <a:srgbClr val="1D2125"/>
                </a:solidFill>
                <a:effectLst/>
                <a:latin typeface="+mn-lt"/>
              </a:rPr>
              <a:t>select, critically evaluate and apply knowledge from a wide range of advanced theories, techniques and information sources, both creatively and flexibly to </a:t>
            </a:r>
            <a:r>
              <a:rPr lang="en-US" sz="2400" b="0" i="0" dirty="0" err="1">
                <a:solidFill>
                  <a:srgbClr val="1D2125"/>
                </a:solidFill>
                <a:effectLst/>
                <a:latin typeface="+mn-lt"/>
              </a:rPr>
              <a:t>synthesise</a:t>
            </a:r>
            <a:r>
              <a:rPr lang="en-US" sz="2400" b="0" i="0" dirty="0">
                <a:solidFill>
                  <a:srgbClr val="1D2125"/>
                </a:solidFill>
                <a:effectLst/>
                <a:latin typeface="+mn-lt"/>
              </a:rPr>
              <a:t> ideas and create solutions for unfamiliar cross-cultural situations in international and multicultural contexts.</a:t>
            </a:r>
          </a:p>
          <a:p>
            <a:endParaRPr lang="en-US" b="0" i="0" dirty="0">
              <a:solidFill>
                <a:srgbClr val="1D2125"/>
              </a:solidFill>
              <a:effectLst/>
              <a:latin typeface="+mn-lt"/>
            </a:endParaRPr>
          </a:p>
          <a:p>
            <a:endParaRPr lang="en-GB" dirty="0">
              <a:latin typeface="+mn-lt"/>
            </a:endParaRPr>
          </a:p>
        </p:txBody>
      </p:sp>
    </p:spTree>
    <p:extLst>
      <p:ext uri="{BB962C8B-B14F-4D97-AF65-F5344CB8AC3E}">
        <p14:creationId xmlns:p14="http://schemas.microsoft.com/office/powerpoint/2010/main" val="1009752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C64C3-E704-D328-321B-892FFB85A8D5}"/>
              </a:ext>
            </a:extLst>
          </p:cNvPr>
          <p:cNvSpPr>
            <a:spLocks noGrp="1"/>
          </p:cNvSpPr>
          <p:nvPr>
            <p:ph type="title"/>
          </p:nvPr>
        </p:nvSpPr>
        <p:spPr/>
        <p:txBody>
          <a:bodyPr/>
          <a:lstStyle/>
          <a:p>
            <a:r>
              <a:rPr lang="en-GB" dirty="0"/>
              <a:t>Why are we looking at this?</a:t>
            </a:r>
          </a:p>
        </p:txBody>
      </p:sp>
      <p:sp>
        <p:nvSpPr>
          <p:cNvPr id="3" name="Content Placeholder 2">
            <a:extLst>
              <a:ext uri="{FF2B5EF4-FFF2-40B4-BE49-F238E27FC236}">
                <a16:creationId xmlns:a16="http://schemas.microsoft.com/office/drawing/2014/main" id="{3C357A02-1627-034F-9EE3-81C601BF0631}"/>
              </a:ext>
            </a:extLst>
          </p:cNvPr>
          <p:cNvSpPr>
            <a:spLocks noGrp="1"/>
          </p:cNvSpPr>
          <p:nvPr>
            <p:ph idx="14"/>
          </p:nvPr>
        </p:nvSpPr>
        <p:spPr/>
        <p:txBody>
          <a:bodyPr/>
          <a:lstStyle/>
          <a:p>
            <a:r>
              <a:rPr lang="en-GB" dirty="0"/>
              <a:t>It links to your assessment…</a:t>
            </a:r>
          </a:p>
          <a:p>
            <a:r>
              <a:rPr lang="en-GB" dirty="0">
                <a:hlinkClick r:id="rId3"/>
              </a:rPr>
              <a:t>https://moodle.glos.ac.uk/mod/assign/view.php?id=1978799</a:t>
            </a:r>
            <a:r>
              <a:rPr lang="en-GB" dirty="0"/>
              <a:t> </a:t>
            </a:r>
          </a:p>
          <a:p>
            <a:endParaRPr lang="en-GB" dirty="0"/>
          </a:p>
          <a:p>
            <a:r>
              <a:rPr lang="en-GB" dirty="0"/>
              <a:t>This session will help you to develop an understanding of the theories used to understand the dimensions of culture that you will need to underpin your arguments in your assessment.</a:t>
            </a:r>
          </a:p>
        </p:txBody>
      </p:sp>
    </p:spTree>
    <p:extLst>
      <p:ext uri="{BB962C8B-B14F-4D97-AF65-F5344CB8AC3E}">
        <p14:creationId xmlns:p14="http://schemas.microsoft.com/office/powerpoint/2010/main" val="75770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0285A-D773-BEDF-CED3-50102735B1EF}"/>
              </a:ext>
            </a:extLst>
          </p:cNvPr>
          <p:cNvSpPr>
            <a:spLocks noGrp="1"/>
          </p:cNvSpPr>
          <p:nvPr>
            <p:ph type="title"/>
          </p:nvPr>
        </p:nvSpPr>
        <p:spPr/>
        <p:txBody>
          <a:bodyPr/>
          <a:lstStyle/>
          <a:p>
            <a:r>
              <a:rPr lang="en-GB" dirty="0"/>
              <a:t>Plan of the session</a:t>
            </a:r>
          </a:p>
        </p:txBody>
      </p:sp>
      <p:sp>
        <p:nvSpPr>
          <p:cNvPr id="3" name="Content Placeholder 2">
            <a:extLst>
              <a:ext uri="{FF2B5EF4-FFF2-40B4-BE49-F238E27FC236}">
                <a16:creationId xmlns:a16="http://schemas.microsoft.com/office/drawing/2014/main" id="{BFCE407F-97D4-986B-2052-D6398E4B7882}"/>
              </a:ext>
            </a:extLst>
          </p:cNvPr>
          <p:cNvSpPr>
            <a:spLocks noGrp="1"/>
          </p:cNvSpPr>
          <p:nvPr>
            <p:ph idx="13"/>
          </p:nvPr>
        </p:nvSpPr>
        <p:spPr/>
        <p:txBody>
          <a:bodyPr/>
          <a:lstStyle/>
          <a:p>
            <a:pPr marL="457200" indent="-457200">
              <a:buFont typeface="Arial" panose="020B0604020202020204" pitchFamily="34" charset="0"/>
              <a:buChar char="•"/>
            </a:pPr>
            <a:r>
              <a:rPr lang="en-GB" dirty="0"/>
              <a:t>Teaching on cultural dimensions</a:t>
            </a:r>
          </a:p>
          <a:p>
            <a:pPr marL="457200" indent="-457200">
              <a:buFont typeface="Arial" panose="020B0604020202020204" pitchFamily="34" charset="0"/>
              <a:buChar char="•"/>
            </a:pPr>
            <a:r>
              <a:rPr lang="en-GB" dirty="0"/>
              <a:t>Combined Break and individual reading activity</a:t>
            </a:r>
          </a:p>
          <a:p>
            <a:pPr marL="1143000" lvl="1" indent="-457200"/>
            <a:r>
              <a:rPr lang="en-GB" dirty="0"/>
              <a:t>HBR article Navigating the Cultural Minefield- Erin Meyer</a:t>
            </a:r>
          </a:p>
          <a:p>
            <a:endParaRPr lang="en-GB" dirty="0"/>
          </a:p>
          <a:p>
            <a:pPr marL="457200" indent="-457200">
              <a:buFont typeface="Arial" panose="020B0604020202020204" pitchFamily="34" charset="0"/>
              <a:buChar char="•"/>
            </a:pPr>
            <a:r>
              <a:rPr lang="en-GB" dirty="0"/>
              <a:t>Seminar exercise discussing in groups country cultures for assessment</a:t>
            </a:r>
          </a:p>
        </p:txBody>
      </p:sp>
    </p:spTree>
    <p:extLst>
      <p:ext uri="{BB962C8B-B14F-4D97-AF65-F5344CB8AC3E}">
        <p14:creationId xmlns:p14="http://schemas.microsoft.com/office/powerpoint/2010/main" val="310417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9F248-1106-FD8E-90A5-F58A67A6BA63}"/>
              </a:ext>
            </a:extLst>
          </p:cNvPr>
          <p:cNvSpPr>
            <a:spLocks noGrp="1"/>
          </p:cNvSpPr>
          <p:nvPr>
            <p:ph type="title"/>
          </p:nvPr>
        </p:nvSpPr>
        <p:spPr/>
        <p:txBody>
          <a:bodyPr/>
          <a:lstStyle/>
          <a:p>
            <a:r>
              <a:rPr lang="en-GB" dirty="0"/>
              <a:t>Cultural dimensions</a:t>
            </a:r>
          </a:p>
        </p:txBody>
      </p:sp>
      <p:sp>
        <p:nvSpPr>
          <p:cNvPr id="3" name="Content Placeholder 2">
            <a:extLst>
              <a:ext uri="{FF2B5EF4-FFF2-40B4-BE49-F238E27FC236}">
                <a16:creationId xmlns:a16="http://schemas.microsoft.com/office/drawing/2014/main" id="{D37DB75A-2407-4799-69F6-3F2952042E1E}"/>
              </a:ext>
            </a:extLst>
          </p:cNvPr>
          <p:cNvSpPr>
            <a:spLocks noGrp="1"/>
          </p:cNvSpPr>
          <p:nvPr>
            <p:ph idx="14"/>
          </p:nvPr>
        </p:nvSpPr>
        <p:spPr/>
        <p:txBody>
          <a:bodyPr/>
          <a:lstStyle/>
          <a:p>
            <a:r>
              <a:rPr lang="en-GB" dirty="0"/>
              <a:t>Today we are going to explore</a:t>
            </a:r>
          </a:p>
          <a:p>
            <a:pPr marL="342900" indent="-342900">
              <a:buFont typeface="Arial" panose="020B0604020202020204" pitchFamily="34" charset="0"/>
              <a:buChar char="•"/>
            </a:pPr>
            <a:r>
              <a:rPr lang="en-GB" dirty="0"/>
              <a:t>Hofstede</a:t>
            </a:r>
          </a:p>
          <a:p>
            <a:pPr marL="342900" indent="-342900">
              <a:buFont typeface="Arial" panose="020B0604020202020204" pitchFamily="34" charset="0"/>
              <a:buChar char="•"/>
            </a:pPr>
            <a:r>
              <a:rPr lang="en-GB" dirty="0"/>
              <a:t>Schwartz</a:t>
            </a:r>
          </a:p>
          <a:p>
            <a:pPr marL="342900" indent="-342900">
              <a:buFont typeface="Arial" panose="020B0604020202020204" pitchFamily="34" charset="0"/>
              <a:buChar char="•"/>
            </a:pPr>
            <a:r>
              <a:rPr lang="en-GB" dirty="0"/>
              <a:t>Trompenaars</a:t>
            </a:r>
          </a:p>
          <a:p>
            <a:pPr marL="342900" indent="-342900">
              <a:buFont typeface="Arial" panose="020B0604020202020204" pitchFamily="34" charset="0"/>
              <a:buChar char="•"/>
            </a:pPr>
            <a:r>
              <a:rPr lang="en-GB" dirty="0"/>
              <a:t>Meyer</a:t>
            </a:r>
          </a:p>
          <a:p>
            <a:endParaRPr lang="en-GB" dirty="0"/>
          </a:p>
        </p:txBody>
      </p:sp>
    </p:spTree>
    <p:extLst>
      <p:ext uri="{BB962C8B-B14F-4D97-AF65-F5344CB8AC3E}">
        <p14:creationId xmlns:p14="http://schemas.microsoft.com/office/powerpoint/2010/main" val="910307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12094-8D36-4479-9BF8-00CD88967433}"/>
              </a:ext>
            </a:extLst>
          </p:cNvPr>
          <p:cNvSpPr>
            <a:spLocks noGrp="1"/>
          </p:cNvSpPr>
          <p:nvPr>
            <p:ph type="title"/>
          </p:nvPr>
        </p:nvSpPr>
        <p:spPr/>
        <p:txBody>
          <a:bodyPr/>
          <a:lstStyle/>
          <a:p>
            <a:r>
              <a:rPr lang="en-GB" dirty="0"/>
              <a:t>What is culture?</a:t>
            </a:r>
          </a:p>
        </p:txBody>
      </p:sp>
      <p:sp>
        <p:nvSpPr>
          <p:cNvPr id="3" name="Content Placeholder 2">
            <a:extLst>
              <a:ext uri="{FF2B5EF4-FFF2-40B4-BE49-F238E27FC236}">
                <a16:creationId xmlns:a16="http://schemas.microsoft.com/office/drawing/2014/main" id="{B90C4061-BD6D-C5F5-0B03-B21B8041BE0B}"/>
              </a:ext>
            </a:extLst>
          </p:cNvPr>
          <p:cNvSpPr>
            <a:spLocks noGrp="1"/>
          </p:cNvSpPr>
          <p:nvPr>
            <p:ph idx="14"/>
          </p:nvPr>
        </p:nvSpPr>
        <p:spPr/>
        <p:txBody>
          <a:bodyPr/>
          <a:lstStyle/>
          <a:p>
            <a:r>
              <a:rPr lang="en-US" dirty="0"/>
              <a:t>Varner and Beamer (2005), “</a:t>
            </a:r>
            <a:r>
              <a:rPr lang="en-US" i="1" dirty="0"/>
              <a:t>the coherent, learned, shared view of a group of people about life’s concerns that ranks what is important, furnishes attitudes about what things are appropriate, and dictates behavior</a:t>
            </a:r>
            <a:r>
              <a:rPr lang="en-US" dirty="0"/>
              <a:t>” (p. 5)</a:t>
            </a:r>
          </a:p>
          <a:p>
            <a:endParaRPr lang="en-US" dirty="0"/>
          </a:p>
          <a:p>
            <a:r>
              <a:rPr lang="en-US" dirty="0"/>
              <a:t>Hofstede (1980) </a:t>
            </a:r>
          </a:p>
          <a:p>
            <a:r>
              <a:rPr lang="en-US" dirty="0"/>
              <a:t>“collective programming of the mind’</a:t>
            </a:r>
          </a:p>
          <a:p>
            <a:r>
              <a:rPr lang="en-US" dirty="0"/>
              <a:t>…</a:t>
            </a:r>
            <a:r>
              <a:rPr lang="en-GB" dirty="0"/>
              <a:t>dictates how we behave, how we act and how we react.</a:t>
            </a:r>
          </a:p>
          <a:p>
            <a:endParaRPr lang="en-GB" dirty="0"/>
          </a:p>
          <a:p>
            <a:endParaRPr lang="en-GB" dirty="0"/>
          </a:p>
          <a:p>
            <a:endParaRPr lang="en-GB" dirty="0"/>
          </a:p>
        </p:txBody>
      </p:sp>
    </p:spTree>
    <p:extLst>
      <p:ext uri="{BB962C8B-B14F-4D97-AF65-F5344CB8AC3E}">
        <p14:creationId xmlns:p14="http://schemas.microsoft.com/office/powerpoint/2010/main" val="1098651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862C2F3-DE62-4309-D1BB-5435A58B5A35}"/>
              </a:ext>
            </a:extLst>
          </p:cNvPr>
          <p:cNvPicPr>
            <a:picLocks noGrp="1" noChangeAspect="1"/>
          </p:cNvPicPr>
          <p:nvPr>
            <p:ph idx="14"/>
          </p:nvPr>
        </p:nvPicPr>
        <p:blipFill>
          <a:blip r:embed="rId3">
            <a:extLst>
              <a:ext uri="{28A0092B-C50C-407E-A947-70E740481C1C}">
                <a14:useLocalDpi xmlns:a14="http://schemas.microsoft.com/office/drawing/2010/main" val="0"/>
              </a:ext>
            </a:extLst>
          </a:blip>
          <a:stretch>
            <a:fillRect/>
          </a:stretch>
        </p:blipFill>
        <p:spPr>
          <a:xfrm>
            <a:off x="1984510" y="643466"/>
            <a:ext cx="8222980" cy="5571067"/>
          </a:xfrm>
          <a:prstGeom prst="rect">
            <a:avLst/>
          </a:prstGeom>
        </p:spPr>
      </p:pic>
    </p:spTree>
    <p:extLst>
      <p:ext uri="{BB962C8B-B14F-4D97-AF65-F5344CB8AC3E}">
        <p14:creationId xmlns:p14="http://schemas.microsoft.com/office/powerpoint/2010/main" val="2939927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1138F-3E5E-B908-CBA5-C2271FEE3466}"/>
              </a:ext>
            </a:extLst>
          </p:cNvPr>
          <p:cNvSpPr>
            <a:spLocks noGrp="1"/>
          </p:cNvSpPr>
          <p:nvPr>
            <p:ph type="title"/>
          </p:nvPr>
        </p:nvSpPr>
        <p:spPr/>
        <p:txBody>
          <a:bodyPr/>
          <a:lstStyle/>
          <a:p>
            <a:r>
              <a:rPr lang="en-GB" sz="4800" dirty="0"/>
              <a:t>Greetings from around the world</a:t>
            </a:r>
          </a:p>
        </p:txBody>
      </p:sp>
      <p:pic>
        <p:nvPicPr>
          <p:cNvPr id="4" name="Online Media 3" title="Greetings From Around the World | Travel Channel">
            <a:hlinkClick r:id="" action="ppaction://media"/>
            <a:extLst>
              <a:ext uri="{FF2B5EF4-FFF2-40B4-BE49-F238E27FC236}">
                <a16:creationId xmlns:a16="http://schemas.microsoft.com/office/drawing/2014/main" id="{6A45F671-7E01-81A7-57B2-0AB45050FF2D}"/>
              </a:ext>
            </a:extLst>
          </p:cNvPr>
          <p:cNvPicPr>
            <a:picLocks noGrp="1" noRot="1" noChangeAspect="1"/>
          </p:cNvPicPr>
          <p:nvPr>
            <p:ph idx="14"/>
            <a:videoFile r:link="rId1"/>
          </p:nvPr>
        </p:nvPicPr>
        <p:blipFill>
          <a:blip r:embed="rId4"/>
          <a:stretch>
            <a:fillRect/>
          </a:stretch>
        </p:blipFill>
        <p:spPr>
          <a:xfrm>
            <a:off x="1773382" y="981993"/>
            <a:ext cx="8517774" cy="5127862"/>
          </a:xfrm>
          <a:prstGeom prst="rect">
            <a:avLst/>
          </a:prstGeom>
        </p:spPr>
      </p:pic>
    </p:spTree>
    <p:extLst>
      <p:ext uri="{BB962C8B-B14F-4D97-AF65-F5344CB8AC3E}">
        <p14:creationId xmlns:p14="http://schemas.microsoft.com/office/powerpoint/2010/main" val="2560485288"/>
      </p:ext>
    </p:extLst>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307FB-A45B-75F4-A8E2-C6C1324A6C07}"/>
              </a:ext>
            </a:extLst>
          </p:cNvPr>
          <p:cNvSpPr>
            <a:spLocks noGrp="1"/>
          </p:cNvSpPr>
          <p:nvPr>
            <p:ph type="title"/>
          </p:nvPr>
        </p:nvSpPr>
        <p:spPr/>
        <p:txBody>
          <a:bodyPr/>
          <a:lstStyle/>
          <a:p>
            <a:r>
              <a:rPr lang="en-GB" sz="4800" dirty="0"/>
              <a:t>Greetings from around the world</a:t>
            </a:r>
          </a:p>
        </p:txBody>
      </p:sp>
      <p:pic>
        <p:nvPicPr>
          <p:cNvPr id="4" name="Online Media 3" title="Greetings Around the World | Cut">
            <a:hlinkClick r:id="" action="ppaction://media"/>
            <a:extLst>
              <a:ext uri="{FF2B5EF4-FFF2-40B4-BE49-F238E27FC236}">
                <a16:creationId xmlns:a16="http://schemas.microsoft.com/office/drawing/2014/main" id="{CBC30860-1E79-67E0-98D2-5F34E1558B99}"/>
              </a:ext>
            </a:extLst>
          </p:cNvPr>
          <p:cNvPicPr>
            <a:picLocks noGrp="1" noRot="1" noChangeAspect="1"/>
          </p:cNvPicPr>
          <p:nvPr>
            <p:ph idx="14"/>
            <a:videoFile r:link="rId1"/>
          </p:nvPr>
        </p:nvPicPr>
        <p:blipFill>
          <a:blip r:embed="rId4"/>
          <a:stretch>
            <a:fillRect/>
          </a:stretch>
        </p:blipFill>
        <p:spPr>
          <a:xfrm>
            <a:off x="1755725" y="1113906"/>
            <a:ext cx="8400217" cy="4746567"/>
          </a:xfrm>
          <a:prstGeom prst="rect">
            <a:avLst/>
          </a:prstGeom>
        </p:spPr>
      </p:pic>
    </p:spTree>
    <p:extLst>
      <p:ext uri="{BB962C8B-B14F-4D97-AF65-F5344CB8AC3E}">
        <p14:creationId xmlns:p14="http://schemas.microsoft.com/office/powerpoint/2010/main" val="1002994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3A93D7-576B-A404-5285-FE5AC3B474F0}"/>
              </a:ext>
            </a:extLst>
          </p:cNvPr>
          <p:cNvSpPr>
            <a:spLocks noGrp="1"/>
          </p:cNvSpPr>
          <p:nvPr>
            <p:ph type="title"/>
          </p:nvPr>
        </p:nvSpPr>
        <p:spPr>
          <a:xfrm>
            <a:off x="222186" y="958362"/>
            <a:ext cx="5291427" cy="4941275"/>
          </a:xfrm>
        </p:spPr>
        <p:txBody>
          <a:bodyPr/>
          <a:lstStyle/>
          <a:p>
            <a:r>
              <a:rPr lang="en-GB" dirty="0"/>
              <a:t>What do we do when we meet people for the first time?</a:t>
            </a:r>
          </a:p>
        </p:txBody>
      </p:sp>
      <p:sp>
        <p:nvSpPr>
          <p:cNvPr id="5" name="Picture Placeholder 4">
            <a:extLst>
              <a:ext uri="{FF2B5EF4-FFF2-40B4-BE49-F238E27FC236}">
                <a16:creationId xmlns:a16="http://schemas.microsoft.com/office/drawing/2014/main" id="{60D1C797-CD48-640C-AD8B-9F8E42986C54}"/>
              </a:ext>
            </a:extLst>
          </p:cNvPr>
          <p:cNvSpPr>
            <a:spLocks noGrp="1"/>
          </p:cNvSpPr>
          <p:nvPr>
            <p:ph type="pic" sz="quarter" idx="24"/>
          </p:nvPr>
        </p:nvSpPr>
        <p:spPr>
          <a:xfrm>
            <a:off x="6678387" y="1080654"/>
            <a:ext cx="4640778" cy="4818983"/>
          </a:xfrm>
        </p:spPr>
        <p:txBody>
          <a:bodyPr/>
          <a:lstStyle/>
          <a:p>
            <a:endParaRPr lang="en-GB"/>
          </a:p>
        </p:txBody>
      </p:sp>
      <p:sp>
        <p:nvSpPr>
          <p:cNvPr id="6" name="TextBox 5">
            <a:extLst>
              <a:ext uri="{FF2B5EF4-FFF2-40B4-BE49-F238E27FC236}">
                <a16:creationId xmlns:a16="http://schemas.microsoft.com/office/drawing/2014/main" id="{65B35EC0-26DB-9945-7973-69B9173CDDE7}"/>
              </a:ext>
            </a:extLst>
          </p:cNvPr>
          <p:cNvSpPr txBox="1"/>
          <p:nvPr/>
        </p:nvSpPr>
        <p:spPr>
          <a:xfrm>
            <a:off x="222187" y="5477568"/>
            <a:ext cx="6123214" cy="646331"/>
          </a:xfrm>
          <a:prstGeom prst="rect">
            <a:avLst/>
          </a:prstGeom>
          <a:noFill/>
        </p:spPr>
        <p:txBody>
          <a:bodyPr wrap="square">
            <a:spAutoFit/>
          </a:bodyPr>
          <a:lstStyle/>
          <a:p>
            <a:r>
              <a:rPr lang="en-GB" dirty="0">
                <a:hlinkClick r:id="rId3"/>
              </a:rPr>
              <a:t>https://uniofglos.padlet.org/shooke/bm7703-greetings-in-different-cultures-week-2-ibzhts4qyv8ddpkc</a:t>
            </a:r>
            <a:r>
              <a:rPr lang="en-GB" dirty="0"/>
              <a:t> </a:t>
            </a:r>
          </a:p>
        </p:txBody>
      </p:sp>
      <p:pic>
        <p:nvPicPr>
          <p:cNvPr id="1025" name="Picture 1" descr="Padlet QR code">
            <a:extLst>
              <a:ext uri="{FF2B5EF4-FFF2-40B4-BE49-F238E27FC236}">
                <a16:creationId xmlns:a16="http://schemas.microsoft.com/office/drawing/2014/main" id="{1839073D-6106-5474-4888-8E4F2C25A8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8386" y="1080653"/>
            <a:ext cx="4818983" cy="4818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2421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4E75E-98A4-9506-D7E4-A2BAF26A8EBB}"/>
              </a:ext>
            </a:extLst>
          </p:cNvPr>
          <p:cNvSpPr>
            <a:spLocks noGrp="1"/>
          </p:cNvSpPr>
          <p:nvPr>
            <p:ph type="title"/>
          </p:nvPr>
        </p:nvSpPr>
        <p:spPr/>
        <p:txBody>
          <a:bodyPr/>
          <a:lstStyle/>
          <a:p>
            <a:r>
              <a:rPr lang="en-GB" dirty="0"/>
              <a:t>Cultural differences are there Even from our first interaction</a:t>
            </a:r>
          </a:p>
        </p:txBody>
      </p:sp>
    </p:spTree>
    <p:extLst>
      <p:ext uri="{BB962C8B-B14F-4D97-AF65-F5344CB8AC3E}">
        <p14:creationId xmlns:p14="http://schemas.microsoft.com/office/powerpoint/2010/main" val="522051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4ED14-77C0-241C-C1C2-1475CA8FCDF2}"/>
              </a:ext>
            </a:extLst>
          </p:cNvPr>
          <p:cNvSpPr>
            <a:spLocks noGrp="1"/>
          </p:cNvSpPr>
          <p:nvPr>
            <p:ph type="title"/>
          </p:nvPr>
        </p:nvSpPr>
        <p:spPr/>
        <p:txBody>
          <a:bodyPr/>
          <a:lstStyle/>
          <a:p>
            <a:r>
              <a:rPr lang="en-GB"/>
              <a:t>Hofstede Cultural dimensions</a:t>
            </a:r>
          </a:p>
        </p:txBody>
      </p:sp>
      <p:sp>
        <p:nvSpPr>
          <p:cNvPr id="3" name="Content Placeholder 2">
            <a:extLst>
              <a:ext uri="{FF2B5EF4-FFF2-40B4-BE49-F238E27FC236}">
                <a16:creationId xmlns:a16="http://schemas.microsoft.com/office/drawing/2014/main" id="{F4FBA63D-CEFD-12BA-4D56-5AD49E325B13}"/>
              </a:ext>
            </a:extLst>
          </p:cNvPr>
          <p:cNvSpPr>
            <a:spLocks noGrp="1"/>
          </p:cNvSpPr>
          <p:nvPr>
            <p:ph idx="14"/>
          </p:nvPr>
        </p:nvSpPr>
        <p:spPr/>
        <p:txBody>
          <a:bodyPr/>
          <a:lstStyle/>
          <a:p>
            <a:endParaRPr lang="en-GB"/>
          </a:p>
          <a:p>
            <a:r>
              <a:rPr lang="en-GB"/>
              <a:t>Geert Hofstede, worked for IBM in the 1960’s and 70’s</a:t>
            </a:r>
          </a:p>
          <a:p>
            <a:endParaRPr lang="en-GB"/>
          </a:p>
          <a:p>
            <a:r>
              <a:rPr lang="en-GB"/>
              <a:t>Published ‘Cultural constraints in Management Theories’ in 1993</a:t>
            </a:r>
          </a:p>
          <a:p>
            <a:r>
              <a:rPr lang="en-US" b="0" i="0">
                <a:effectLst/>
                <a:latin typeface="arial" panose="020B0604020202020204" pitchFamily="34" charset="0"/>
              </a:rPr>
              <a:t>The model can provide a useful framework for understanding how cultural differences can affect business dealings</a:t>
            </a:r>
          </a:p>
          <a:p>
            <a:r>
              <a:rPr lang="en-US">
                <a:latin typeface="arial" panose="020B0604020202020204" pitchFamily="34" charset="0"/>
              </a:rPr>
              <a:t>Started with 4 dimensions- now has six</a:t>
            </a:r>
          </a:p>
          <a:p>
            <a:r>
              <a:rPr lang="en-US">
                <a:latin typeface="arial" panose="020B0604020202020204" pitchFamily="34" charset="0"/>
                <a:hlinkClick r:id="rId3"/>
              </a:rPr>
              <a:t>https://www.hofstede-insights.com/country-comparison-tool</a:t>
            </a:r>
            <a:r>
              <a:rPr lang="en-US">
                <a:latin typeface="arial" panose="020B0604020202020204" pitchFamily="34" charset="0"/>
              </a:rPr>
              <a:t> </a:t>
            </a:r>
          </a:p>
          <a:p>
            <a:endParaRPr lang="en-GB"/>
          </a:p>
        </p:txBody>
      </p:sp>
    </p:spTree>
    <p:extLst>
      <p:ext uri="{BB962C8B-B14F-4D97-AF65-F5344CB8AC3E}">
        <p14:creationId xmlns:p14="http://schemas.microsoft.com/office/powerpoint/2010/main" val="1880543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4" name="Rectangle 7176">
            <a:extLst>
              <a:ext uri="{FF2B5EF4-FFF2-40B4-BE49-F238E27FC236}">
                <a16:creationId xmlns:a16="http://schemas.microsoft.com/office/drawing/2014/main" id="{4845A0EE-C4C8-4AE1-B3C6-1261368AC0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631935-2E18-110F-9EA0-8C52785BD1DB}"/>
              </a:ext>
            </a:extLst>
          </p:cNvPr>
          <p:cNvSpPr>
            <a:spLocks noGrp="1"/>
          </p:cNvSpPr>
          <p:nvPr>
            <p:ph type="title"/>
          </p:nvPr>
        </p:nvSpPr>
        <p:spPr>
          <a:xfrm>
            <a:off x="621629" y="640080"/>
            <a:ext cx="4225290" cy="5578816"/>
          </a:xfrm>
        </p:spPr>
        <p:txBody>
          <a:bodyPr vert="horz" lIns="91440" tIns="45720" rIns="91440" bIns="45720" rtlCol="0" anchor="ctr">
            <a:normAutofit/>
          </a:bodyPr>
          <a:lstStyle/>
          <a:p>
            <a:pPr algn="ctr">
              <a:lnSpc>
                <a:spcPct val="90000"/>
              </a:lnSpc>
            </a:pPr>
            <a:r>
              <a:rPr lang="en-US" kern="1200" dirty="0">
                <a:solidFill>
                  <a:srgbClr val="FFFFFF"/>
                </a:solidFill>
                <a:ea typeface="+mj-ea"/>
              </a:rPr>
              <a:t>Hofstede’s cultural dimensions</a:t>
            </a:r>
          </a:p>
        </p:txBody>
      </p:sp>
      <p:pic>
        <p:nvPicPr>
          <p:cNvPr id="7172" name="Picture 4" descr="Harnessing Hofstede's Cultural Dimensions Model for Organizational Success">
            <a:extLst>
              <a:ext uri="{FF2B5EF4-FFF2-40B4-BE49-F238E27FC236}">
                <a16:creationId xmlns:a16="http://schemas.microsoft.com/office/drawing/2014/main" id="{03DC98A4-52A5-CECC-764B-A1D6E4E80A0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21967" y="640080"/>
            <a:ext cx="5407536" cy="5578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7799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768E2-9B4B-4932-A0E1-46C4D78C4EEF}"/>
              </a:ext>
            </a:extLst>
          </p:cNvPr>
          <p:cNvSpPr>
            <a:spLocks noGrp="1"/>
          </p:cNvSpPr>
          <p:nvPr>
            <p:ph type="title"/>
          </p:nvPr>
        </p:nvSpPr>
        <p:spPr/>
        <p:txBody>
          <a:bodyPr/>
          <a:lstStyle/>
          <a:p>
            <a:r>
              <a:rPr lang="en-GB" dirty="0"/>
              <a:t>Power distance</a:t>
            </a:r>
          </a:p>
        </p:txBody>
      </p:sp>
      <p:sp>
        <p:nvSpPr>
          <p:cNvPr id="3" name="Content Placeholder 2">
            <a:extLst>
              <a:ext uri="{FF2B5EF4-FFF2-40B4-BE49-F238E27FC236}">
                <a16:creationId xmlns:a16="http://schemas.microsoft.com/office/drawing/2014/main" id="{77BDB115-E1FC-AADC-D727-9543452A6A73}"/>
              </a:ext>
            </a:extLst>
          </p:cNvPr>
          <p:cNvSpPr>
            <a:spLocks noGrp="1"/>
          </p:cNvSpPr>
          <p:nvPr>
            <p:ph idx="14"/>
          </p:nvPr>
        </p:nvSpPr>
        <p:spPr/>
        <p:txBody>
          <a:bodyPr/>
          <a:lstStyle/>
          <a:p>
            <a:r>
              <a:rPr lang="en-US" dirty="0"/>
              <a:t>T</a:t>
            </a:r>
            <a:r>
              <a:rPr lang="en-US" b="0" i="0" dirty="0">
                <a:effectLst/>
              </a:rPr>
              <a:t>he degree to which the less powerful members of a society accept and expect that power is distributed unequally.</a:t>
            </a:r>
          </a:p>
          <a:p>
            <a:endParaRPr lang="en-US" b="0" i="0" dirty="0">
              <a:effectLst/>
            </a:endParaRPr>
          </a:p>
          <a:p>
            <a:r>
              <a:rPr lang="en-US" b="0" i="0" dirty="0">
                <a:solidFill>
                  <a:srgbClr val="202122"/>
                </a:solidFill>
                <a:effectLst/>
                <a:latin typeface="Arial" panose="020B0604020202020204" pitchFamily="34" charset="0"/>
              </a:rPr>
              <a:t>A higher degree of the Index indicates that hierarchy is clearly established and executed in society, without doubt or reason</a:t>
            </a:r>
          </a:p>
          <a:p>
            <a:endParaRPr lang="en-US" dirty="0">
              <a:solidFill>
                <a:srgbClr val="202122"/>
              </a:solidFill>
            </a:endParaRPr>
          </a:p>
          <a:p>
            <a:r>
              <a:rPr lang="en-US" dirty="0">
                <a:solidFill>
                  <a:srgbClr val="202122"/>
                </a:solidFill>
              </a:rPr>
              <a:t>Opposite of a hierarchical society= Egalitarian</a:t>
            </a:r>
            <a:endParaRPr lang="en-GB" dirty="0"/>
          </a:p>
        </p:txBody>
      </p:sp>
    </p:spTree>
    <p:extLst>
      <p:ext uri="{BB962C8B-B14F-4D97-AF65-F5344CB8AC3E}">
        <p14:creationId xmlns:p14="http://schemas.microsoft.com/office/powerpoint/2010/main" val="1381011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61DBC18-621A-1C12-63F7-9C8AED18F5A6}"/>
              </a:ext>
            </a:extLst>
          </p:cNvPr>
          <p:cNvPicPr>
            <a:picLocks noGrp="1" noChangeAspect="1"/>
          </p:cNvPicPr>
          <p:nvPr>
            <p:ph type="pic" sz="quarter" idx="24"/>
          </p:nvPr>
        </p:nvPicPr>
        <p:blipFill>
          <a:blip r:embed="rId3"/>
          <a:stretch/>
        </p:blipFill>
        <p:spPr>
          <a:xfrm>
            <a:off x="120650" y="306881"/>
            <a:ext cx="11950700" cy="6244238"/>
          </a:xfrm>
          <a:prstGeom prst="rect">
            <a:avLst/>
          </a:prstGeom>
          <a:noFill/>
        </p:spPr>
      </p:pic>
    </p:spTree>
    <p:extLst>
      <p:ext uri="{BB962C8B-B14F-4D97-AF65-F5344CB8AC3E}">
        <p14:creationId xmlns:p14="http://schemas.microsoft.com/office/powerpoint/2010/main" val="1622212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9B572-B494-6CA8-87F6-9350363E410F}"/>
              </a:ext>
            </a:extLst>
          </p:cNvPr>
          <p:cNvSpPr>
            <a:spLocks noGrp="1"/>
          </p:cNvSpPr>
          <p:nvPr>
            <p:ph type="title"/>
          </p:nvPr>
        </p:nvSpPr>
        <p:spPr/>
        <p:txBody>
          <a:bodyPr/>
          <a:lstStyle/>
          <a:p>
            <a:r>
              <a:rPr lang="en-GB" sz="4400" b="0" i="0" cap="all" dirty="0">
                <a:solidFill>
                  <a:srgbClr val="121212"/>
                </a:solidFill>
                <a:effectLst/>
              </a:rPr>
              <a:t>INDIVIDUALISM (IDV) vs collectivism</a:t>
            </a:r>
            <a:br>
              <a:rPr lang="en-GB" b="0" i="0" cap="all" dirty="0">
                <a:solidFill>
                  <a:srgbClr val="121212"/>
                </a:solidFill>
                <a:effectLst/>
                <a:latin typeface="Quicksand"/>
              </a:rPr>
            </a:br>
            <a:endParaRPr lang="en-GB" dirty="0"/>
          </a:p>
        </p:txBody>
      </p:sp>
      <p:sp>
        <p:nvSpPr>
          <p:cNvPr id="3" name="Content Placeholder 2">
            <a:extLst>
              <a:ext uri="{FF2B5EF4-FFF2-40B4-BE49-F238E27FC236}">
                <a16:creationId xmlns:a16="http://schemas.microsoft.com/office/drawing/2014/main" id="{005CEFEA-206D-6DEB-54E0-1F16F0BC65A1}"/>
              </a:ext>
            </a:extLst>
          </p:cNvPr>
          <p:cNvSpPr>
            <a:spLocks noGrp="1"/>
          </p:cNvSpPr>
          <p:nvPr>
            <p:ph idx="13"/>
          </p:nvPr>
        </p:nvSpPr>
        <p:spPr/>
        <p:txBody>
          <a:bodyPr/>
          <a:lstStyle/>
          <a:p>
            <a:r>
              <a:rPr lang="en-US" b="0" i="0" dirty="0">
                <a:effectLst/>
              </a:rPr>
              <a:t>The high side of this dimension, called Individualism, can be defined as a preference for a loosely-knit social framework in which individuals are expected to take care of only themselves and their immediate families</a:t>
            </a:r>
            <a:r>
              <a:rPr lang="en-US" b="0" i="0" dirty="0">
                <a:effectLst/>
                <a:latin typeface="Barlow" panose="00000500000000000000" pitchFamily="2" charset="0"/>
              </a:rPr>
              <a:t>.</a:t>
            </a:r>
          </a:p>
          <a:p>
            <a:r>
              <a:rPr lang="en-US" dirty="0"/>
              <a:t>Individualist: US, Canada, UK</a:t>
            </a:r>
          </a:p>
          <a:p>
            <a:r>
              <a:rPr lang="en-GB" dirty="0"/>
              <a:t>Collectivist: Hong Kong, Singapore and Mexico </a:t>
            </a:r>
          </a:p>
          <a:p>
            <a:r>
              <a:rPr lang="en-GB" dirty="0"/>
              <a:t>Nigeria highly collectivist.</a:t>
            </a:r>
          </a:p>
        </p:txBody>
      </p:sp>
    </p:spTree>
    <p:extLst>
      <p:ext uri="{BB962C8B-B14F-4D97-AF65-F5344CB8AC3E}">
        <p14:creationId xmlns:p14="http://schemas.microsoft.com/office/powerpoint/2010/main" val="4200646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4727B-E902-E19E-EBC0-C2881F092641}"/>
              </a:ext>
            </a:extLst>
          </p:cNvPr>
          <p:cNvSpPr>
            <a:spLocks noGrp="1"/>
          </p:cNvSpPr>
          <p:nvPr>
            <p:ph type="title"/>
          </p:nvPr>
        </p:nvSpPr>
        <p:spPr/>
        <p:txBody>
          <a:bodyPr/>
          <a:lstStyle/>
          <a:p>
            <a:r>
              <a:rPr lang="en-GB" b="0" i="0" cap="all">
                <a:solidFill>
                  <a:srgbClr val="121212"/>
                </a:solidFill>
                <a:effectLst/>
              </a:rPr>
              <a:t>MASCULINITY VS FEMININITY (MAS)</a:t>
            </a:r>
            <a:br>
              <a:rPr lang="en-GB" b="0" i="0" cap="all">
                <a:solidFill>
                  <a:srgbClr val="121212"/>
                </a:solidFill>
                <a:effectLst/>
                <a:latin typeface="Quicksand"/>
              </a:rPr>
            </a:br>
            <a:endParaRPr lang="en-GB"/>
          </a:p>
        </p:txBody>
      </p:sp>
      <p:sp>
        <p:nvSpPr>
          <p:cNvPr id="3" name="Content Placeholder 2">
            <a:extLst>
              <a:ext uri="{FF2B5EF4-FFF2-40B4-BE49-F238E27FC236}">
                <a16:creationId xmlns:a16="http://schemas.microsoft.com/office/drawing/2014/main" id="{3B04ED7F-B4C8-F48A-F7FC-11EEAEAFCBDB}"/>
              </a:ext>
            </a:extLst>
          </p:cNvPr>
          <p:cNvSpPr>
            <a:spLocks noGrp="1"/>
          </p:cNvSpPr>
          <p:nvPr>
            <p:ph idx="14"/>
          </p:nvPr>
        </p:nvSpPr>
        <p:spPr/>
        <p:txBody>
          <a:bodyPr/>
          <a:lstStyle/>
          <a:p>
            <a:pPr algn="l"/>
            <a:r>
              <a:rPr lang="en-US" b="0" i="0" dirty="0">
                <a:effectLst/>
              </a:rPr>
              <a:t>Now known as Motivation towards achievement and success.</a:t>
            </a:r>
          </a:p>
          <a:p>
            <a:pPr algn="l"/>
            <a:r>
              <a:rPr lang="en-US" b="0" i="0" dirty="0">
                <a:effectLst/>
              </a:rPr>
              <a:t>The Masculinity side of this dimension represents a preference in society for achievement, heroism, assertiveness, and material rewards for success. Society at large is more competitive. </a:t>
            </a:r>
            <a:endParaRPr lang="en-US" dirty="0"/>
          </a:p>
          <a:p>
            <a:pPr algn="l"/>
            <a:r>
              <a:rPr lang="en-US" b="0" i="0" dirty="0">
                <a:effectLst/>
              </a:rPr>
              <a:t>Femininity, stands for a preference for cooperation, modesty, caring for the weak and quality of life. Society at large is more consensus-oriented.</a:t>
            </a:r>
          </a:p>
          <a:p>
            <a:pPr algn="l"/>
            <a:r>
              <a:rPr lang="en-US" dirty="0"/>
              <a:t>Masculinity: Japan, Austria, Italy</a:t>
            </a:r>
          </a:p>
          <a:p>
            <a:pPr algn="l"/>
            <a:r>
              <a:rPr lang="en-US" dirty="0" err="1"/>
              <a:t>Feminity</a:t>
            </a:r>
            <a:r>
              <a:rPr lang="en-US" dirty="0"/>
              <a:t>: Sweden, Norway, the Netherlands</a:t>
            </a:r>
          </a:p>
          <a:p>
            <a:pPr algn="l"/>
            <a:endParaRPr lang="en-US" b="0" i="0" dirty="0">
              <a:effectLst/>
            </a:endParaRPr>
          </a:p>
          <a:p>
            <a:br>
              <a:rPr lang="en-US" dirty="0"/>
            </a:br>
            <a:endParaRPr lang="en-GB" dirty="0"/>
          </a:p>
        </p:txBody>
      </p:sp>
    </p:spTree>
    <p:extLst>
      <p:ext uri="{BB962C8B-B14F-4D97-AF65-F5344CB8AC3E}">
        <p14:creationId xmlns:p14="http://schemas.microsoft.com/office/powerpoint/2010/main" val="3056759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4778C-CEFA-0AD1-9869-1BEF69FB95FA}"/>
              </a:ext>
            </a:extLst>
          </p:cNvPr>
          <p:cNvSpPr>
            <a:spLocks noGrp="1"/>
          </p:cNvSpPr>
          <p:nvPr>
            <p:ph type="title"/>
          </p:nvPr>
        </p:nvSpPr>
        <p:spPr/>
        <p:txBody>
          <a:bodyPr/>
          <a:lstStyle/>
          <a:p>
            <a:r>
              <a:rPr lang="en-GB" b="0" i="0" cap="all">
                <a:solidFill>
                  <a:srgbClr val="121212"/>
                </a:solidFill>
                <a:effectLst/>
              </a:rPr>
              <a:t>UNCERTAINTY AVOIDANCE (UAI)</a:t>
            </a:r>
            <a:br>
              <a:rPr lang="en-GB" b="0" i="0" cap="all">
                <a:solidFill>
                  <a:srgbClr val="121212"/>
                </a:solidFill>
                <a:effectLst/>
                <a:latin typeface="Quicksand"/>
              </a:rPr>
            </a:br>
            <a:endParaRPr lang="en-GB"/>
          </a:p>
        </p:txBody>
      </p:sp>
      <p:sp>
        <p:nvSpPr>
          <p:cNvPr id="3" name="Content Placeholder 2">
            <a:extLst>
              <a:ext uri="{FF2B5EF4-FFF2-40B4-BE49-F238E27FC236}">
                <a16:creationId xmlns:a16="http://schemas.microsoft.com/office/drawing/2014/main" id="{A289C2CA-86A4-63E7-E93F-A87795B4E3C1}"/>
              </a:ext>
            </a:extLst>
          </p:cNvPr>
          <p:cNvSpPr>
            <a:spLocks noGrp="1"/>
          </p:cNvSpPr>
          <p:nvPr>
            <p:ph idx="14"/>
          </p:nvPr>
        </p:nvSpPr>
        <p:spPr/>
        <p:txBody>
          <a:bodyPr/>
          <a:lstStyle/>
          <a:p>
            <a:r>
              <a:rPr lang="en-US">
                <a:latin typeface="+mn-lt"/>
              </a:rPr>
              <a:t>T</a:t>
            </a:r>
            <a:r>
              <a:rPr lang="en-US" b="0" i="0">
                <a:effectLst/>
                <a:latin typeface="+mn-lt"/>
              </a:rPr>
              <a:t>he degree to which the members of a society feel uncomfortable with uncertainty and ambiguity. The fundamental issue here is how a society deals with the fact that the future can never be known: should we try to control the future or just let it happen?</a:t>
            </a:r>
          </a:p>
          <a:p>
            <a:r>
              <a:rPr lang="en-US">
                <a:latin typeface="+mn-lt"/>
              </a:rPr>
              <a:t>Low: Singapore, Jamaica, Denmark</a:t>
            </a:r>
          </a:p>
          <a:p>
            <a:r>
              <a:rPr lang="en-US">
                <a:latin typeface="+mn-lt"/>
              </a:rPr>
              <a:t>High: Greece, Portugal, Japan</a:t>
            </a:r>
            <a:endParaRPr lang="en-GB">
              <a:latin typeface="+mn-lt"/>
            </a:endParaRPr>
          </a:p>
        </p:txBody>
      </p:sp>
    </p:spTree>
    <p:extLst>
      <p:ext uri="{BB962C8B-B14F-4D97-AF65-F5344CB8AC3E}">
        <p14:creationId xmlns:p14="http://schemas.microsoft.com/office/powerpoint/2010/main" val="1220152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B2D8E-3A02-9149-087B-6359D27C8998}"/>
              </a:ext>
            </a:extLst>
          </p:cNvPr>
          <p:cNvSpPr>
            <a:spLocks noGrp="1"/>
          </p:cNvSpPr>
          <p:nvPr>
            <p:ph type="title"/>
          </p:nvPr>
        </p:nvSpPr>
        <p:spPr/>
        <p:txBody>
          <a:bodyPr/>
          <a:lstStyle/>
          <a:p>
            <a:r>
              <a:rPr lang="en-GB" b="0" i="0" cap="all">
                <a:solidFill>
                  <a:srgbClr val="121212"/>
                </a:solidFill>
                <a:effectLst/>
              </a:rPr>
              <a:t>LONG TERM ORIENTATION (LTO)</a:t>
            </a:r>
            <a:br>
              <a:rPr lang="en-GB" b="0" i="0" cap="all">
                <a:solidFill>
                  <a:srgbClr val="121212"/>
                </a:solidFill>
                <a:effectLst/>
              </a:rPr>
            </a:br>
            <a:endParaRPr lang="en-GB"/>
          </a:p>
        </p:txBody>
      </p:sp>
      <p:sp>
        <p:nvSpPr>
          <p:cNvPr id="3" name="Content Placeholder 2">
            <a:extLst>
              <a:ext uri="{FF2B5EF4-FFF2-40B4-BE49-F238E27FC236}">
                <a16:creationId xmlns:a16="http://schemas.microsoft.com/office/drawing/2014/main" id="{EB1E310F-EC4F-7CEE-C71D-A0860A0272CA}"/>
              </a:ext>
            </a:extLst>
          </p:cNvPr>
          <p:cNvSpPr>
            <a:spLocks noGrp="1"/>
          </p:cNvSpPr>
          <p:nvPr>
            <p:ph idx="13"/>
          </p:nvPr>
        </p:nvSpPr>
        <p:spPr/>
        <p:txBody>
          <a:bodyPr/>
          <a:lstStyle/>
          <a:p>
            <a:r>
              <a:rPr lang="en-GB" dirty="0">
                <a:solidFill>
                  <a:srgbClr val="202122"/>
                </a:solidFill>
              </a:rPr>
              <a:t>I</a:t>
            </a:r>
            <a:r>
              <a:rPr lang="en-GB" b="0" i="0" dirty="0">
                <a:solidFill>
                  <a:srgbClr val="202122"/>
                </a:solidFill>
                <a:effectLst/>
                <a:latin typeface="Arial" panose="020B0604020202020204" pitchFamily="34" charset="0"/>
              </a:rPr>
              <a:t>nitially called Confucian dynamism.</a:t>
            </a:r>
          </a:p>
          <a:p>
            <a:r>
              <a:rPr lang="en-US" b="0" i="0" dirty="0">
                <a:effectLst/>
                <a:latin typeface="+mn-lt"/>
              </a:rPr>
              <a:t>Cultures which score high take a more pragmatic approach: they encourage thrift and efforts in modern education as a way to prepare for the future.</a:t>
            </a:r>
          </a:p>
          <a:p>
            <a:r>
              <a:rPr lang="en-US" b="0" i="0" dirty="0">
                <a:effectLst/>
                <a:latin typeface="+mn-lt"/>
              </a:rPr>
              <a:t>Societies that score low on this dimension (</a:t>
            </a:r>
            <a:r>
              <a:rPr lang="en-US" dirty="0">
                <a:latin typeface="+mn-lt"/>
              </a:rPr>
              <a:t>normative societies)</a:t>
            </a:r>
            <a:r>
              <a:rPr lang="en-US" b="0" i="0" dirty="0">
                <a:effectLst/>
                <a:latin typeface="+mn-lt"/>
              </a:rPr>
              <a:t>, prefer to maintain </a:t>
            </a:r>
            <a:r>
              <a:rPr lang="en-US" b="0" i="0" dirty="0" err="1">
                <a:effectLst/>
                <a:latin typeface="+mn-lt"/>
              </a:rPr>
              <a:t>time-honoured</a:t>
            </a:r>
            <a:r>
              <a:rPr lang="en-US" b="0" i="0" dirty="0">
                <a:effectLst/>
                <a:latin typeface="+mn-lt"/>
              </a:rPr>
              <a:t> traditions and norms while viewing societal change with suspicion.</a:t>
            </a:r>
            <a:endParaRPr lang="en-US" dirty="0">
              <a:latin typeface="+mn-lt"/>
            </a:endParaRPr>
          </a:p>
          <a:p>
            <a:r>
              <a:rPr lang="en-US" b="0" i="0" dirty="0">
                <a:effectLst/>
                <a:latin typeface="+mn-lt"/>
              </a:rPr>
              <a:t>Societies </a:t>
            </a:r>
            <a:r>
              <a:rPr lang="en-US" b="0" i="0" dirty="0" err="1">
                <a:effectLst/>
                <a:latin typeface="+mn-lt"/>
              </a:rPr>
              <a:t>prioritise</a:t>
            </a:r>
            <a:r>
              <a:rPr lang="en-US" b="0" i="0" dirty="0">
                <a:effectLst/>
                <a:latin typeface="+mn-lt"/>
              </a:rPr>
              <a:t> the two existential goals of maintaining some links with its own past while dealing with the challenges of the present and the future differently.</a:t>
            </a:r>
          </a:p>
          <a:p>
            <a:r>
              <a:rPr lang="en-US" dirty="0">
                <a:latin typeface="+mn-lt"/>
              </a:rPr>
              <a:t>Long term: China, Japan</a:t>
            </a:r>
          </a:p>
          <a:p>
            <a:r>
              <a:rPr lang="en-US" dirty="0">
                <a:latin typeface="+mn-lt"/>
              </a:rPr>
              <a:t>Short term: US, Canada</a:t>
            </a:r>
            <a:endParaRPr lang="en-GB" dirty="0">
              <a:latin typeface="+mn-lt"/>
            </a:endParaRPr>
          </a:p>
        </p:txBody>
      </p:sp>
    </p:spTree>
    <p:extLst>
      <p:ext uri="{BB962C8B-B14F-4D97-AF65-F5344CB8AC3E}">
        <p14:creationId xmlns:p14="http://schemas.microsoft.com/office/powerpoint/2010/main" val="114586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22047-4A23-D4A5-9B7E-0892E13B2523}"/>
              </a:ext>
            </a:extLst>
          </p:cNvPr>
          <p:cNvSpPr>
            <a:spLocks noGrp="1"/>
          </p:cNvSpPr>
          <p:nvPr>
            <p:ph type="title"/>
          </p:nvPr>
        </p:nvSpPr>
        <p:spPr/>
        <p:txBody>
          <a:bodyPr/>
          <a:lstStyle/>
          <a:p>
            <a:r>
              <a:rPr lang="en-GB" b="0" i="0" cap="all">
                <a:solidFill>
                  <a:srgbClr val="121212"/>
                </a:solidFill>
                <a:effectLst/>
              </a:rPr>
              <a:t>INDULGENCE (IVR)</a:t>
            </a:r>
            <a:br>
              <a:rPr lang="en-GB" b="0" i="0" cap="all">
                <a:solidFill>
                  <a:srgbClr val="121212"/>
                </a:solidFill>
                <a:effectLst/>
                <a:latin typeface="Quicksand"/>
              </a:rPr>
            </a:br>
            <a:endParaRPr lang="en-GB"/>
          </a:p>
        </p:txBody>
      </p:sp>
      <p:sp>
        <p:nvSpPr>
          <p:cNvPr id="3" name="Content Placeholder 2">
            <a:extLst>
              <a:ext uri="{FF2B5EF4-FFF2-40B4-BE49-F238E27FC236}">
                <a16:creationId xmlns:a16="http://schemas.microsoft.com/office/drawing/2014/main" id="{15799BC9-75D2-5360-3F61-6188B71B8006}"/>
              </a:ext>
            </a:extLst>
          </p:cNvPr>
          <p:cNvSpPr>
            <a:spLocks noGrp="1"/>
          </p:cNvSpPr>
          <p:nvPr>
            <p:ph idx="13"/>
          </p:nvPr>
        </p:nvSpPr>
        <p:spPr/>
        <p:txBody>
          <a:bodyPr/>
          <a:lstStyle/>
          <a:p>
            <a:r>
              <a:rPr lang="en-US" b="0" i="0">
                <a:effectLst/>
                <a:latin typeface="+mn-lt"/>
              </a:rPr>
              <a:t>Indulgence versus restraint</a:t>
            </a:r>
          </a:p>
          <a:p>
            <a:r>
              <a:rPr lang="en-US" b="0" i="0">
                <a:effectLst/>
                <a:latin typeface="+mn-lt"/>
              </a:rPr>
              <a:t>Indulgence stands for a society that allows relatively free gratification of basic and natural human drives related to enjoying life and having fun. Restraint stands for a society that suppresses gratification of needs and regulates it by means of strict social norms.</a:t>
            </a:r>
          </a:p>
          <a:p>
            <a:r>
              <a:rPr lang="en-US" b="0" i="0">
                <a:solidFill>
                  <a:srgbClr val="202122"/>
                </a:solidFill>
                <a:effectLst/>
                <a:latin typeface="Arial" panose="020B0604020202020204" pitchFamily="34" charset="0"/>
              </a:rPr>
              <a:t> Indulgence scores are highest in Latin America, parts of Africa, the Anglo world and Nordic Europe.</a:t>
            </a:r>
          </a:p>
          <a:p>
            <a:r>
              <a:rPr lang="en-US">
                <a:solidFill>
                  <a:srgbClr val="202122"/>
                </a:solidFill>
              </a:rPr>
              <a:t>R</a:t>
            </a:r>
            <a:r>
              <a:rPr lang="en-US" b="0" i="0">
                <a:solidFill>
                  <a:srgbClr val="202122"/>
                </a:solidFill>
                <a:effectLst/>
                <a:latin typeface="Arial" panose="020B0604020202020204" pitchFamily="34" charset="0"/>
              </a:rPr>
              <a:t>estraint is mostly found in East Asia and Eastern Europe.</a:t>
            </a:r>
            <a:endParaRPr lang="en-GB">
              <a:latin typeface="+mn-lt"/>
            </a:endParaRPr>
          </a:p>
        </p:txBody>
      </p:sp>
    </p:spTree>
    <p:extLst>
      <p:ext uri="{BB962C8B-B14F-4D97-AF65-F5344CB8AC3E}">
        <p14:creationId xmlns:p14="http://schemas.microsoft.com/office/powerpoint/2010/main" val="982096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1C678-06B9-47AB-893C-313871425E33}"/>
              </a:ext>
            </a:extLst>
          </p:cNvPr>
          <p:cNvSpPr>
            <a:spLocks noGrp="1"/>
          </p:cNvSpPr>
          <p:nvPr>
            <p:ph type="title"/>
          </p:nvPr>
        </p:nvSpPr>
        <p:spPr/>
        <p:txBody>
          <a:bodyPr/>
          <a:lstStyle/>
          <a:p>
            <a:r>
              <a:rPr lang="en-GB" sz="4800" dirty="0"/>
              <a:t>Schwartz’s national Culture Model</a:t>
            </a:r>
          </a:p>
        </p:txBody>
      </p:sp>
      <p:sp>
        <p:nvSpPr>
          <p:cNvPr id="3" name="Content Placeholder 2">
            <a:extLst>
              <a:ext uri="{FF2B5EF4-FFF2-40B4-BE49-F238E27FC236}">
                <a16:creationId xmlns:a16="http://schemas.microsoft.com/office/drawing/2014/main" id="{1620E395-DFA2-5653-4456-8195C07D8DCA}"/>
              </a:ext>
            </a:extLst>
          </p:cNvPr>
          <p:cNvSpPr>
            <a:spLocks noGrp="1"/>
          </p:cNvSpPr>
          <p:nvPr>
            <p:ph idx="13"/>
          </p:nvPr>
        </p:nvSpPr>
        <p:spPr>
          <a:xfrm>
            <a:off x="574240" y="1371600"/>
            <a:ext cx="10980451" cy="3812409"/>
          </a:xfrm>
        </p:spPr>
        <p:txBody>
          <a:bodyPr/>
          <a:lstStyle/>
          <a:p>
            <a:r>
              <a:rPr lang="en-GB" dirty="0"/>
              <a:t>Created an alternative approach to Hofstede</a:t>
            </a:r>
          </a:p>
          <a:p>
            <a:r>
              <a:rPr lang="en-GB" dirty="0"/>
              <a:t>Three pairs:</a:t>
            </a:r>
          </a:p>
          <a:p>
            <a:r>
              <a:rPr lang="en-GB" dirty="0"/>
              <a:t>Embeddedness vs. Autonomy</a:t>
            </a:r>
          </a:p>
          <a:p>
            <a:r>
              <a:rPr lang="en-GB" dirty="0"/>
              <a:t>Mastery vs. Harmony</a:t>
            </a:r>
          </a:p>
          <a:p>
            <a:r>
              <a:rPr lang="en-GB" dirty="0"/>
              <a:t>Hierarchy vs. Egalitarianism</a:t>
            </a:r>
          </a:p>
          <a:p>
            <a:endParaRPr lang="en-GB" dirty="0"/>
          </a:p>
          <a:p>
            <a:r>
              <a:rPr lang="en-US" sz="1600" b="0" i="0" dirty="0">
                <a:solidFill>
                  <a:srgbClr val="000000"/>
                </a:solidFill>
                <a:effectLst/>
                <a:latin typeface="+mn-lt"/>
              </a:rPr>
              <a:t>Schwartz, S.H. (1992). </a:t>
            </a:r>
            <a:r>
              <a:rPr lang="en-US" sz="1600" b="0" i="1" dirty="0">
                <a:solidFill>
                  <a:srgbClr val="000000"/>
                </a:solidFill>
                <a:effectLst/>
                <a:latin typeface="+mn-lt"/>
              </a:rPr>
              <a:t>Universals in the content and structure of values : Theoretical advances and empirical tests in 20 countries. </a:t>
            </a:r>
            <a:r>
              <a:rPr lang="en-US" sz="1600" b="0" i="0" dirty="0">
                <a:solidFill>
                  <a:srgbClr val="000000"/>
                </a:solidFill>
                <a:effectLst/>
                <a:latin typeface="+mn-lt"/>
              </a:rPr>
              <a:t>San Diego: Academic Press</a:t>
            </a:r>
          </a:p>
          <a:p>
            <a:pPr algn="l"/>
            <a:r>
              <a:rPr lang="en-US" sz="1600" b="0" i="0" u="none" strike="noStrike" baseline="0" dirty="0">
                <a:latin typeface="+mn-lt"/>
              </a:rPr>
              <a:t>Schwartz, S. H. (1994). Beyond individualism/collectivism: New cultural dimensions of values. In U. Kim, H. C.</a:t>
            </a:r>
          </a:p>
          <a:p>
            <a:pPr algn="l"/>
            <a:r>
              <a:rPr lang="en-US" sz="1600" b="0" i="0" u="none" strike="noStrike" baseline="0" dirty="0" err="1">
                <a:latin typeface="+mn-lt"/>
              </a:rPr>
              <a:t>Triandis</a:t>
            </a:r>
            <a:r>
              <a:rPr lang="en-US" sz="1600" b="0" i="0" u="none" strike="noStrike" baseline="0" dirty="0">
                <a:latin typeface="+mn-lt"/>
              </a:rPr>
              <a:t>, C. </a:t>
            </a:r>
            <a:r>
              <a:rPr lang="en-US" sz="1600" b="0" i="0" u="none" strike="noStrike" baseline="0" dirty="0" err="1">
                <a:latin typeface="+mn-lt"/>
              </a:rPr>
              <a:t>Kagitcibasi</a:t>
            </a:r>
            <a:r>
              <a:rPr lang="en-US" sz="1600" b="0" i="0" u="none" strike="noStrike" baseline="0" dirty="0">
                <a:latin typeface="+mn-lt"/>
              </a:rPr>
              <a:t>, S. C. Choi, &amp; G. Yoon (Eds.), Individualism and collectivism: Theory, methods, and</a:t>
            </a:r>
          </a:p>
          <a:p>
            <a:pPr algn="l"/>
            <a:r>
              <a:rPr lang="en-US" sz="1600" b="0" i="0" u="none" strike="noStrike" baseline="0" dirty="0">
                <a:latin typeface="+mn-lt"/>
              </a:rPr>
              <a:t>applications (pp. 85–119). Thousand Oaks: Sage Publications.</a:t>
            </a:r>
          </a:p>
          <a:p>
            <a:pPr algn="l"/>
            <a:r>
              <a:rPr lang="en-US" sz="1600" b="0" i="0" u="none" strike="noStrike" baseline="0" dirty="0">
                <a:latin typeface="+mn-lt"/>
              </a:rPr>
              <a:t>Schwartz, S. H. (1999). A theory of cultural values and some implications for work. Applied Psychology: An</a:t>
            </a:r>
          </a:p>
          <a:p>
            <a:pPr algn="l"/>
            <a:r>
              <a:rPr lang="en-GB" sz="1600" b="0" i="0" u="none" strike="noStrike" baseline="0" dirty="0">
                <a:latin typeface="+mn-lt"/>
              </a:rPr>
              <a:t>International Review, 48(1), 12–47.</a:t>
            </a:r>
            <a:endParaRPr lang="en-US" sz="1600" b="0" i="0" dirty="0">
              <a:solidFill>
                <a:srgbClr val="000000"/>
              </a:solidFill>
              <a:effectLst/>
              <a:latin typeface="+mn-lt"/>
            </a:endParaRPr>
          </a:p>
          <a:p>
            <a:endParaRPr lang="en-GB" dirty="0"/>
          </a:p>
          <a:p>
            <a:endParaRPr lang="en-GB" dirty="0"/>
          </a:p>
        </p:txBody>
      </p:sp>
    </p:spTree>
    <p:extLst>
      <p:ext uri="{BB962C8B-B14F-4D97-AF65-F5344CB8AC3E}">
        <p14:creationId xmlns:p14="http://schemas.microsoft.com/office/powerpoint/2010/main" val="1825825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2" descr="Schwartz's Culture Model | US DK Expats">
            <a:extLst>
              <a:ext uri="{FF2B5EF4-FFF2-40B4-BE49-F238E27FC236}">
                <a16:creationId xmlns:a16="http://schemas.microsoft.com/office/drawing/2014/main" id="{51BBB9B4-0FAB-1E3F-2424-F4B7C150FB50}"/>
              </a:ext>
            </a:extLst>
          </p:cNvPr>
          <p:cNvPicPr>
            <a:picLocks noGrp="1" noChangeAspect="1" noChangeArrowheads="1"/>
          </p:cNvPicPr>
          <p:nvPr>
            <p:ph idx="14"/>
          </p:nvPr>
        </p:nvPicPr>
        <p:blipFill>
          <a:blip r:embed="rId3">
            <a:extLst>
              <a:ext uri="{28A0092B-C50C-407E-A947-70E740481C1C}">
                <a14:useLocalDpi xmlns:a14="http://schemas.microsoft.com/office/drawing/2010/main" val="0"/>
              </a:ext>
            </a:extLst>
          </a:blip>
          <a:stretch>
            <a:fillRect/>
          </a:stretch>
        </p:blipFill>
        <p:spPr bwMode="auto">
          <a:xfrm>
            <a:off x="1623062" y="0"/>
            <a:ext cx="8778238" cy="6583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1134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F90D18E-B43B-D3A5-BB3B-60F4A8B89012}"/>
              </a:ext>
            </a:extLst>
          </p:cNvPr>
          <p:cNvPicPr>
            <a:picLocks noGrp="1" noChangeAspect="1"/>
          </p:cNvPicPr>
          <p:nvPr>
            <p:ph idx="13"/>
          </p:nvPr>
        </p:nvPicPr>
        <p:blipFill>
          <a:blip r:embed="rId3"/>
          <a:stretch>
            <a:fillRect/>
          </a:stretch>
        </p:blipFill>
        <p:spPr>
          <a:xfrm>
            <a:off x="1379645" y="643466"/>
            <a:ext cx="9432710" cy="5571067"/>
          </a:xfrm>
          <a:prstGeom prst="rect">
            <a:avLst/>
          </a:prstGeom>
        </p:spPr>
      </p:pic>
    </p:spTree>
    <p:extLst>
      <p:ext uri="{BB962C8B-B14F-4D97-AF65-F5344CB8AC3E}">
        <p14:creationId xmlns:p14="http://schemas.microsoft.com/office/powerpoint/2010/main" val="174436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8DB2E-7731-9669-EE29-181164A0482F}"/>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101E6152-D1EF-3B70-4EC7-0C476DCBBE2A}"/>
              </a:ext>
            </a:extLst>
          </p:cNvPr>
          <p:cNvSpPr>
            <a:spLocks noGrp="1"/>
          </p:cNvSpPr>
          <p:nvPr>
            <p:ph idx="14"/>
          </p:nvPr>
        </p:nvSpPr>
        <p:spPr/>
        <p:txBody>
          <a:bodyPr/>
          <a:lstStyle/>
          <a:p>
            <a:endParaRPr lang="en-GB"/>
          </a:p>
        </p:txBody>
      </p:sp>
      <p:pic>
        <p:nvPicPr>
          <p:cNvPr id="4" name="Picture 3">
            <a:extLst>
              <a:ext uri="{FF2B5EF4-FFF2-40B4-BE49-F238E27FC236}">
                <a16:creationId xmlns:a16="http://schemas.microsoft.com/office/drawing/2014/main" id="{34732421-B15E-5444-9462-04B39D190097}"/>
              </a:ext>
            </a:extLst>
          </p:cNvPr>
          <p:cNvPicPr>
            <a:picLocks noChangeAspect="1"/>
          </p:cNvPicPr>
          <p:nvPr/>
        </p:nvPicPr>
        <p:blipFill>
          <a:blip r:embed="rId3"/>
          <a:stretch>
            <a:fillRect/>
          </a:stretch>
        </p:blipFill>
        <p:spPr>
          <a:xfrm>
            <a:off x="2173596" y="389520"/>
            <a:ext cx="7781738" cy="6070645"/>
          </a:xfrm>
          <a:prstGeom prst="rect">
            <a:avLst/>
          </a:prstGeom>
        </p:spPr>
      </p:pic>
    </p:spTree>
    <p:extLst>
      <p:ext uri="{BB962C8B-B14F-4D97-AF65-F5344CB8AC3E}">
        <p14:creationId xmlns:p14="http://schemas.microsoft.com/office/powerpoint/2010/main" val="7290839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05B8C-251A-B597-DC6B-F44B6F4A9905}"/>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95470936-6949-4127-2ED4-D886FE1EACC1}"/>
              </a:ext>
            </a:extLst>
          </p:cNvPr>
          <p:cNvSpPr>
            <a:spLocks noGrp="1"/>
          </p:cNvSpPr>
          <p:nvPr>
            <p:ph idx="14"/>
          </p:nvPr>
        </p:nvSpPr>
        <p:spPr/>
        <p:txBody>
          <a:bodyPr/>
          <a:lstStyle/>
          <a:p>
            <a:endParaRPr lang="en-GB" dirty="0"/>
          </a:p>
        </p:txBody>
      </p:sp>
      <p:pic>
        <p:nvPicPr>
          <p:cNvPr id="4" name="Picture 3">
            <a:extLst>
              <a:ext uri="{FF2B5EF4-FFF2-40B4-BE49-F238E27FC236}">
                <a16:creationId xmlns:a16="http://schemas.microsoft.com/office/drawing/2014/main" id="{B3FBA55F-042F-04D8-6BD8-97A595047362}"/>
              </a:ext>
            </a:extLst>
          </p:cNvPr>
          <p:cNvPicPr>
            <a:picLocks noChangeAspect="1"/>
          </p:cNvPicPr>
          <p:nvPr/>
        </p:nvPicPr>
        <p:blipFill>
          <a:blip r:embed="rId3"/>
          <a:stretch>
            <a:fillRect/>
          </a:stretch>
        </p:blipFill>
        <p:spPr>
          <a:xfrm>
            <a:off x="2092035" y="360531"/>
            <a:ext cx="7786255" cy="6140878"/>
          </a:xfrm>
          <a:prstGeom prst="rect">
            <a:avLst/>
          </a:prstGeom>
        </p:spPr>
      </p:pic>
    </p:spTree>
    <p:extLst>
      <p:ext uri="{BB962C8B-B14F-4D97-AF65-F5344CB8AC3E}">
        <p14:creationId xmlns:p14="http://schemas.microsoft.com/office/powerpoint/2010/main" val="20500897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64A75-B39E-CB78-8BB0-CA2B5FC81D7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747C6FB1-A2DB-557F-27AF-9DCEAC799866}"/>
              </a:ext>
            </a:extLst>
          </p:cNvPr>
          <p:cNvSpPr>
            <a:spLocks noGrp="1"/>
          </p:cNvSpPr>
          <p:nvPr>
            <p:ph idx="13"/>
          </p:nvPr>
        </p:nvSpPr>
        <p:spPr/>
        <p:txBody>
          <a:bodyPr/>
          <a:lstStyle/>
          <a:p>
            <a:r>
              <a:rPr lang="en-GB" dirty="0"/>
              <a:t>Are you expected to be independent and look after yourself?</a:t>
            </a:r>
          </a:p>
          <a:p>
            <a:endParaRPr lang="en-GB" dirty="0"/>
          </a:p>
          <a:p>
            <a:r>
              <a:rPr lang="en-GB" dirty="0"/>
              <a:t>Are you expected to be interdependent?</a:t>
            </a:r>
          </a:p>
        </p:txBody>
      </p:sp>
    </p:spTree>
    <p:extLst>
      <p:ext uri="{BB962C8B-B14F-4D97-AF65-F5344CB8AC3E}">
        <p14:creationId xmlns:p14="http://schemas.microsoft.com/office/powerpoint/2010/main" val="24148821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FE1CF-15F6-C419-452F-FA5857622E7C}"/>
              </a:ext>
            </a:extLst>
          </p:cNvPr>
          <p:cNvSpPr>
            <a:spLocks noGrp="1"/>
          </p:cNvSpPr>
          <p:nvPr>
            <p:ph type="title"/>
          </p:nvPr>
        </p:nvSpPr>
        <p:spPr/>
        <p:txBody>
          <a:bodyPr/>
          <a:lstStyle/>
          <a:p>
            <a:r>
              <a:rPr lang="en-GB" sz="4800" dirty="0"/>
              <a:t>Interactions- people and the group</a:t>
            </a:r>
          </a:p>
        </p:txBody>
      </p:sp>
      <p:sp>
        <p:nvSpPr>
          <p:cNvPr id="3" name="Content Placeholder 2">
            <a:extLst>
              <a:ext uri="{FF2B5EF4-FFF2-40B4-BE49-F238E27FC236}">
                <a16:creationId xmlns:a16="http://schemas.microsoft.com/office/drawing/2014/main" id="{0FA3E64F-251C-DA41-61B9-7A84A6CDE2BC}"/>
              </a:ext>
            </a:extLst>
          </p:cNvPr>
          <p:cNvSpPr>
            <a:spLocks noGrp="1"/>
          </p:cNvSpPr>
          <p:nvPr>
            <p:ph idx="14"/>
          </p:nvPr>
        </p:nvSpPr>
        <p:spPr>
          <a:xfrm>
            <a:off x="574241" y="1645920"/>
            <a:ext cx="4275346" cy="3557847"/>
          </a:xfrm>
        </p:spPr>
        <p:txBody>
          <a:bodyPr/>
          <a:lstStyle/>
          <a:p>
            <a:r>
              <a:rPr lang="en-GB" b="1" dirty="0">
                <a:latin typeface="+mn-lt"/>
              </a:rPr>
              <a:t>Individual is central</a:t>
            </a:r>
          </a:p>
          <a:p>
            <a:r>
              <a:rPr lang="en-GB" dirty="0"/>
              <a:t>Hofstede- Individualism</a:t>
            </a:r>
          </a:p>
          <a:p>
            <a:r>
              <a:rPr lang="en-GB" dirty="0"/>
              <a:t>Autonomous, independent, motivated by own needs and goals, rational relationships</a:t>
            </a:r>
          </a:p>
          <a:p>
            <a:r>
              <a:rPr lang="en-GB" dirty="0"/>
              <a:t>Schwartz- Autonomy</a:t>
            </a:r>
          </a:p>
          <a:p>
            <a:r>
              <a:rPr lang="en-GB" dirty="0"/>
              <a:t>Express own preferences, feelings, ideas and abilities</a:t>
            </a:r>
          </a:p>
          <a:p>
            <a:endParaRPr lang="en-GB" dirty="0"/>
          </a:p>
        </p:txBody>
      </p:sp>
      <p:sp>
        <p:nvSpPr>
          <p:cNvPr id="4" name="TextBox 3">
            <a:extLst>
              <a:ext uri="{FF2B5EF4-FFF2-40B4-BE49-F238E27FC236}">
                <a16:creationId xmlns:a16="http://schemas.microsoft.com/office/drawing/2014/main" id="{EF72B265-7F73-0119-9E97-73D4BD32900E}"/>
              </a:ext>
            </a:extLst>
          </p:cNvPr>
          <p:cNvSpPr txBox="1"/>
          <p:nvPr/>
        </p:nvSpPr>
        <p:spPr>
          <a:xfrm>
            <a:off x="6713518" y="1493519"/>
            <a:ext cx="4620985" cy="4893647"/>
          </a:xfrm>
          <a:prstGeom prst="rect">
            <a:avLst/>
          </a:prstGeom>
          <a:noFill/>
        </p:spPr>
        <p:txBody>
          <a:bodyPr wrap="square" rtlCol="0">
            <a:spAutoFit/>
          </a:bodyPr>
          <a:lstStyle/>
          <a:p>
            <a:r>
              <a:rPr lang="en-GB" sz="2600" b="1" dirty="0"/>
              <a:t>Group is central</a:t>
            </a:r>
          </a:p>
          <a:p>
            <a:r>
              <a:rPr lang="en-GB" sz="2600" dirty="0"/>
              <a:t>Hofstede- Collectivism</a:t>
            </a:r>
          </a:p>
          <a:p>
            <a:r>
              <a:rPr lang="en-GB" sz="2600" dirty="0"/>
              <a:t>Interdependent, motivated by norms and duty, prioritise in group goals, connected relationships</a:t>
            </a:r>
          </a:p>
          <a:p>
            <a:endParaRPr lang="en-GB" sz="2600" dirty="0"/>
          </a:p>
          <a:p>
            <a:r>
              <a:rPr lang="en-GB" sz="2600" dirty="0"/>
              <a:t>Schwarz- Embeddedness</a:t>
            </a:r>
          </a:p>
          <a:p>
            <a:r>
              <a:rPr lang="en-GB" sz="2600" dirty="0"/>
              <a:t>Search for meaning in social relationships, identification, shared way of life and shared goals</a:t>
            </a:r>
          </a:p>
        </p:txBody>
      </p:sp>
    </p:spTree>
    <p:extLst>
      <p:ext uri="{BB962C8B-B14F-4D97-AF65-F5344CB8AC3E}">
        <p14:creationId xmlns:p14="http://schemas.microsoft.com/office/powerpoint/2010/main" val="16308195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64A75-B39E-CB78-8BB0-CA2B5FC81D7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747C6FB1-A2DB-557F-27AF-9DCEAC799866}"/>
              </a:ext>
            </a:extLst>
          </p:cNvPr>
          <p:cNvSpPr>
            <a:spLocks noGrp="1"/>
          </p:cNvSpPr>
          <p:nvPr>
            <p:ph idx="13"/>
          </p:nvPr>
        </p:nvSpPr>
        <p:spPr/>
        <p:txBody>
          <a:bodyPr/>
          <a:lstStyle/>
          <a:p>
            <a:r>
              <a:rPr lang="en-GB" dirty="0"/>
              <a:t>How do superiors display their status, power and exercise it in your culture?</a:t>
            </a:r>
          </a:p>
          <a:p>
            <a:endParaRPr lang="en-GB" dirty="0"/>
          </a:p>
          <a:p>
            <a:r>
              <a:rPr lang="en-GB" dirty="0"/>
              <a:t>How do you interact with your supervisor/ manager/boss/lecturer?</a:t>
            </a:r>
          </a:p>
          <a:p>
            <a:endParaRPr lang="en-GB" dirty="0"/>
          </a:p>
          <a:p>
            <a:r>
              <a:rPr lang="en-GB" dirty="0"/>
              <a:t>Do you use their first name?</a:t>
            </a:r>
          </a:p>
        </p:txBody>
      </p:sp>
    </p:spTree>
    <p:extLst>
      <p:ext uri="{BB962C8B-B14F-4D97-AF65-F5344CB8AC3E}">
        <p14:creationId xmlns:p14="http://schemas.microsoft.com/office/powerpoint/2010/main" val="2313391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F1560-3F74-3D0D-F6BF-7AEFE439B155}"/>
              </a:ext>
            </a:extLst>
          </p:cNvPr>
          <p:cNvSpPr>
            <a:spLocks noGrp="1"/>
          </p:cNvSpPr>
          <p:nvPr>
            <p:ph type="title"/>
          </p:nvPr>
        </p:nvSpPr>
        <p:spPr/>
        <p:txBody>
          <a:bodyPr/>
          <a:lstStyle/>
          <a:p>
            <a:r>
              <a:rPr lang="en-GB" dirty="0"/>
              <a:t>Interactions- distribution of power</a:t>
            </a:r>
          </a:p>
        </p:txBody>
      </p:sp>
      <p:sp>
        <p:nvSpPr>
          <p:cNvPr id="3" name="Content Placeholder 2">
            <a:extLst>
              <a:ext uri="{FF2B5EF4-FFF2-40B4-BE49-F238E27FC236}">
                <a16:creationId xmlns:a16="http://schemas.microsoft.com/office/drawing/2014/main" id="{97AD149A-1A9F-7EA0-DE1E-2E7A3FCCC81A}"/>
              </a:ext>
            </a:extLst>
          </p:cNvPr>
          <p:cNvSpPr>
            <a:spLocks noGrp="1"/>
          </p:cNvSpPr>
          <p:nvPr>
            <p:ph idx="14"/>
          </p:nvPr>
        </p:nvSpPr>
        <p:spPr>
          <a:xfrm>
            <a:off x="574240" y="1645920"/>
            <a:ext cx="4981433" cy="3557847"/>
          </a:xfrm>
        </p:spPr>
        <p:txBody>
          <a:bodyPr/>
          <a:lstStyle/>
          <a:p>
            <a:r>
              <a:rPr lang="en-GB" dirty="0"/>
              <a:t>Legitimacy of inequalities in society</a:t>
            </a:r>
          </a:p>
          <a:p>
            <a:r>
              <a:rPr lang="en-GB" dirty="0"/>
              <a:t>High power distance- Hofstede</a:t>
            </a:r>
          </a:p>
          <a:p>
            <a:r>
              <a:rPr lang="en-GB" dirty="0"/>
              <a:t>Inequality accepted, superiors often </a:t>
            </a:r>
            <a:r>
              <a:rPr lang="en-GB" dirty="0" err="1"/>
              <a:t>unaccessible</a:t>
            </a:r>
            <a:r>
              <a:rPr lang="en-GB" dirty="0"/>
              <a:t>. Change by revolution</a:t>
            </a:r>
          </a:p>
          <a:p>
            <a:r>
              <a:rPr lang="en-GB" dirty="0"/>
              <a:t>Hierarchy- Schwartz</a:t>
            </a:r>
          </a:p>
          <a:p>
            <a:r>
              <a:rPr lang="en-GB" dirty="0"/>
              <a:t>Adhere to rigid </a:t>
            </a:r>
            <a:r>
              <a:rPr lang="en-GB" dirty="0" err="1"/>
              <a:t>rulesfor</a:t>
            </a:r>
            <a:r>
              <a:rPr lang="en-GB" dirty="0"/>
              <a:t> a smooth society, value social power, authority, humility and wealth</a:t>
            </a:r>
          </a:p>
        </p:txBody>
      </p:sp>
      <p:sp>
        <p:nvSpPr>
          <p:cNvPr id="4" name="TextBox 3">
            <a:extLst>
              <a:ext uri="{FF2B5EF4-FFF2-40B4-BE49-F238E27FC236}">
                <a16:creationId xmlns:a16="http://schemas.microsoft.com/office/drawing/2014/main" id="{6116F1A5-4AB0-E1CC-A5FC-66ED6DC70FFD}"/>
              </a:ext>
            </a:extLst>
          </p:cNvPr>
          <p:cNvSpPr txBox="1"/>
          <p:nvPr/>
        </p:nvSpPr>
        <p:spPr>
          <a:xfrm>
            <a:off x="6192982" y="2272146"/>
            <a:ext cx="4981433" cy="4093428"/>
          </a:xfrm>
          <a:prstGeom prst="rect">
            <a:avLst/>
          </a:prstGeom>
          <a:noFill/>
        </p:spPr>
        <p:txBody>
          <a:bodyPr wrap="square" rtlCol="0">
            <a:spAutoFit/>
          </a:bodyPr>
          <a:lstStyle/>
          <a:p>
            <a:r>
              <a:rPr lang="en-GB" sz="2600" dirty="0"/>
              <a:t>Low power distance- Hofstede</a:t>
            </a:r>
          </a:p>
          <a:p>
            <a:r>
              <a:rPr lang="en-GB" sz="2600" dirty="0"/>
              <a:t>Inequality minimized, superiors accessible power delegated change by evolution</a:t>
            </a:r>
          </a:p>
          <a:p>
            <a:endParaRPr lang="en-GB" sz="2600" dirty="0"/>
          </a:p>
          <a:p>
            <a:r>
              <a:rPr lang="en-GB" sz="2600" dirty="0"/>
              <a:t>Egalitarianism- Schwarz</a:t>
            </a:r>
          </a:p>
          <a:p>
            <a:r>
              <a:rPr lang="en-GB" sz="2600" dirty="0"/>
              <a:t>Value equality, social justice, responsibility, help and honesty. All humans as moral equals, concern for welfare of all people</a:t>
            </a:r>
          </a:p>
        </p:txBody>
      </p:sp>
    </p:spTree>
    <p:extLst>
      <p:ext uri="{BB962C8B-B14F-4D97-AF65-F5344CB8AC3E}">
        <p14:creationId xmlns:p14="http://schemas.microsoft.com/office/powerpoint/2010/main" val="19140221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A223A-7506-2367-662A-84E1AAD03BAB}"/>
              </a:ext>
            </a:extLst>
          </p:cNvPr>
          <p:cNvSpPr>
            <a:spLocks noGrp="1"/>
          </p:cNvSpPr>
          <p:nvPr>
            <p:ph type="title"/>
          </p:nvPr>
        </p:nvSpPr>
        <p:spPr/>
        <p:txBody>
          <a:bodyPr/>
          <a:lstStyle/>
          <a:p>
            <a:r>
              <a:rPr lang="en-GB" dirty="0"/>
              <a:t>Are you from a society….?</a:t>
            </a:r>
          </a:p>
        </p:txBody>
      </p:sp>
      <p:sp>
        <p:nvSpPr>
          <p:cNvPr id="3" name="Content Placeholder 2">
            <a:extLst>
              <a:ext uri="{FF2B5EF4-FFF2-40B4-BE49-F238E27FC236}">
                <a16:creationId xmlns:a16="http://schemas.microsoft.com/office/drawing/2014/main" id="{099A8C49-A26C-C5FE-D855-A58E4B27E15B}"/>
              </a:ext>
            </a:extLst>
          </p:cNvPr>
          <p:cNvSpPr>
            <a:spLocks noGrp="1"/>
          </p:cNvSpPr>
          <p:nvPr>
            <p:ph idx="14"/>
          </p:nvPr>
        </p:nvSpPr>
        <p:spPr/>
        <p:txBody>
          <a:bodyPr/>
          <a:lstStyle/>
          <a:p>
            <a:r>
              <a:rPr lang="en-GB" dirty="0"/>
              <a:t>Strong role differentiation between males/females</a:t>
            </a:r>
          </a:p>
          <a:p>
            <a:r>
              <a:rPr lang="en-GB" dirty="0"/>
              <a:t>Both boys and girls learn to be assertive and ambitious</a:t>
            </a:r>
          </a:p>
          <a:p>
            <a:r>
              <a:rPr lang="en-GB" dirty="0"/>
              <a:t>Possession oriented</a:t>
            </a:r>
          </a:p>
          <a:p>
            <a:r>
              <a:rPr lang="en-GB" dirty="0"/>
              <a:t>Achievement is demonstrated by status</a:t>
            </a:r>
          </a:p>
          <a:p>
            <a:r>
              <a:rPr lang="en-GB" dirty="0"/>
              <a:t>OR</a:t>
            </a:r>
          </a:p>
          <a:p>
            <a:r>
              <a:rPr lang="en-GB" dirty="0"/>
              <a:t>Less gender role differentiation</a:t>
            </a:r>
          </a:p>
          <a:p>
            <a:r>
              <a:rPr lang="en-GB" dirty="0"/>
              <a:t>Both boys and girls learn to be modest and have sympathy with the underdog</a:t>
            </a:r>
          </a:p>
          <a:p>
            <a:r>
              <a:rPr lang="en-GB" dirty="0"/>
              <a:t>Highly developed welfare system, education is largely free</a:t>
            </a:r>
          </a:p>
          <a:p>
            <a:r>
              <a:rPr lang="en-GB" dirty="0"/>
              <a:t>Openness about admitting to problems and failures</a:t>
            </a:r>
          </a:p>
        </p:txBody>
      </p:sp>
    </p:spTree>
    <p:extLst>
      <p:ext uri="{BB962C8B-B14F-4D97-AF65-F5344CB8AC3E}">
        <p14:creationId xmlns:p14="http://schemas.microsoft.com/office/powerpoint/2010/main" val="35792510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D4D24-0371-1971-0277-2B3F8F62D5E8}"/>
              </a:ext>
            </a:extLst>
          </p:cNvPr>
          <p:cNvSpPr>
            <a:spLocks noGrp="1"/>
          </p:cNvSpPr>
          <p:nvPr>
            <p:ph type="title"/>
          </p:nvPr>
        </p:nvSpPr>
        <p:spPr/>
        <p:txBody>
          <a:bodyPr/>
          <a:lstStyle/>
          <a:p>
            <a:r>
              <a:rPr lang="en-GB" dirty="0"/>
              <a:t>Interactions with others</a:t>
            </a:r>
          </a:p>
        </p:txBody>
      </p:sp>
      <p:sp>
        <p:nvSpPr>
          <p:cNvPr id="3" name="Content Placeholder 2">
            <a:extLst>
              <a:ext uri="{FF2B5EF4-FFF2-40B4-BE49-F238E27FC236}">
                <a16:creationId xmlns:a16="http://schemas.microsoft.com/office/drawing/2014/main" id="{10BD600F-E585-1D05-C183-E53758D5DDC1}"/>
              </a:ext>
            </a:extLst>
          </p:cNvPr>
          <p:cNvSpPr>
            <a:spLocks noGrp="1"/>
          </p:cNvSpPr>
          <p:nvPr>
            <p:ph idx="13"/>
          </p:nvPr>
        </p:nvSpPr>
        <p:spPr>
          <a:xfrm>
            <a:off x="574240" y="1759526"/>
            <a:ext cx="5036851" cy="3494117"/>
          </a:xfrm>
        </p:spPr>
        <p:txBody>
          <a:bodyPr/>
          <a:lstStyle/>
          <a:p>
            <a:r>
              <a:rPr lang="en-GB" dirty="0">
                <a:latin typeface="+mn-lt"/>
              </a:rPr>
              <a:t>Assertive</a:t>
            </a:r>
          </a:p>
          <a:p>
            <a:r>
              <a:rPr lang="en-GB" dirty="0">
                <a:latin typeface="+mn-lt"/>
              </a:rPr>
              <a:t>Masculinity- Hofstede</a:t>
            </a:r>
          </a:p>
          <a:p>
            <a:r>
              <a:rPr lang="en-GB" dirty="0">
                <a:latin typeface="+mn-lt"/>
              </a:rPr>
              <a:t>Assertive and ambitious</a:t>
            </a:r>
          </a:p>
          <a:p>
            <a:r>
              <a:rPr lang="en-GB" dirty="0">
                <a:latin typeface="+mn-lt"/>
              </a:rPr>
              <a:t>Live in order to work </a:t>
            </a:r>
          </a:p>
          <a:p>
            <a:r>
              <a:rPr lang="en-GB" dirty="0">
                <a:latin typeface="+mn-lt"/>
              </a:rPr>
              <a:t>Admiration for the achiever</a:t>
            </a:r>
          </a:p>
          <a:p>
            <a:r>
              <a:rPr lang="en-GB" dirty="0">
                <a:latin typeface="+mn-lt"/>
              </a:rPr>
              <a:t>Decisiveness</a:t>
            </a:r>
          </a:p>
          <a:p>
            <a:endParaRPr lang="en-GB" dirty="0">
              <a:latin typeface="+mn-lt"/>
            </a:endParaRPr>
          </a:p>
          <a:p>
            <a:r>
              <a:rPr lang="en-GB" dirty="0">
                <a:latin typeface="+mn-lt"/>
              </a:rPr>
              <a:t>Japan, Albania, Hungary</a:t>
            </a:r>
          </a:p>
        </p:txBody>
      </p:sp>
      <p:sp>
        <p:nvSpPr>
          <p:cNvPr id="4" name="TextBox 3">
            <a:extLst>
              <a:ext uri="{FF2B5EF4-FFF2-40B4-BE49-F238E27FC236}">
                <a16:creationId xmlns:a16="http://schemas.microsoft.com/office/drawing/2014/main" id="{9DE854A4-8E3D-578C-D2F2-45E455F3889A}"/>
              </a:ext>
            </a:extLst>
          </p:cNvPr>
          <p:cNvSpPr txBox="1"/>
          <p:nvPr/>
        </p:nvSpPr>
        <p:spPr>
          <a:xfrm>
            <a:off x="5611091" y="1579418"/>
            <a:ext cx="4876800" cy="3970318"/>
          </a:xfrm>
          <a:prstGeom prst="rect">
            <a:avLst/>
          </a:prstGeom>
          <a:noFill/>
        </p:spPr>
        <p:txBody>
          <a:bodyPr wrap="square" rtlCol="0">
            <a:spAutoFit/>
          </a:bodyPr>
          <a:lstStyle/>
          <a:p>
            <a:r>
              <a:rPr lang="en-GB" sz="2600" dirty="0"/>
              <a:t>Nurturing</a:t>
            </a:r>
          </a:p>
          <a:p>
            <a:r>
              <a:rPr lang="en-GB" sz="2600" dirty="0"/>
              <a:t>Femininity- Hofstede</a:t>
            </a:r>
          </a:p>
          <a:p>
            <a:r>
              <a:rPr lang="en-GB" sz="2600" dirty="0"/>
              <a:t>Quality of life- serving others</a:t>
            </a:r>
          </a:p>
          <a:p>
            <a:r>
              <a:rPr lang="en-GB" sz="2600" dirty="0"/>
              <a:t>Work in order to live</a:t>
            </a:r>
          </a:p>
          <a:p>
            <a:r>
              <a:rPr lang="en-GB" sz="2600" dirty="0"/>
              <a:t>Sympathy for the unfortunate</a:t>
            </a:r>
          </a:p>
          <a:p>
            <a:r>
              <a:rPr lang="en-GB" sz="2600" dirty="0"/>
              <a:t>Intuition and consensus</a:t>
            </a:r>
          </a:p>
          <a:p>
            <a:endParaRPr lang="en-GB" sz="2600" dirty="0"/>
          </a:p>
          <a:p>
            <a:endParaRPr lang="en-GB" sz="2600" dirty="0"/>
          </a:p>
          <a:p>
            <a:r>
              <a:rPr lang="en-GB" sz="2600" dirty="0"/>
              <a:t>Sweden, Denmark, Finland</a:t>
            </a:r>
          </a:p>
          <a:p>
            <a:endParaRPr lang="en-GB" dirty="0"/>
          </a:p>
        </p:txBody>
      </p:sp>
    </p:spTree>
    <p:extLst>
      <p:ext uri="{BB962C8B-B14F-4D97-AF65-F5344CB8AC3E}">
        <p14:creationId xmlns:p14="http://schemas.microsoft.com/office/powerpoint/2010/main" val="9179087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B495D-4F15-9779-569B-5BFA1871DE11}"/>
              </a:ext>
            </a:extLst>
          </p:cNvPr>
          <p:cNvSpPr>
            <a:spLocks noGrp="1"/>
          </p:cNvSpPr>
          <p:nvPr>
            <p:ph type="title"/>
          </p:nvPr>
        </p:nvSpPr>
        <p:spPr/>
        <p:txBody>
          <a:bodyPr/>
          <a:lstStyle/>
          <a:p>
            <a:r>
              <a:rPr lang="en-GB" sz="3600" dirty="0"/>
              <a:t>Interactions- how we deal with uncertainty and ambiguity</a:t>
            </a:r>
            <a:br>
              <a:rPr lang="en-GB" dirty="0"/>
            </a:br>
            <a:endParaRPr lang="en-GB" dirty="0"/>
          </a:p>
        </p:txBody>
      </p:sp>
      <p:sp>
        <p:nvSpPr>
          <p:cNvPr id="3" name="Content Placeholder 2">
            <a:extLst>
              <a:ext uri="{FF2B5EF4-FFF2-40B4-BE49-F238E27FC236}">
                <a16:creationId xmlns:a16="http://schemas.microsoft.com/office/drawing/2014/main" id="{7CF6F195-43A2-39B4-27BD-DFC41C681CBD}"/>
              </a:ext>
            </a:extLst>
          </p:cNvPr>
          <p:cNvSpPr>
            <a:spLocks noGrp="1"/>
          </p:cNvSpPr>
          <p:nvPr>
            <p:ph idx="14"/>
          </p:nvPr>
        </p:nvSpPr>
        <p:spPr>
          <a:xfrm>
            <a:off x="574241" y="1645920"/>
            <a:ext cx="5064560" cy="3557847"/>
          </a:xfrm>
        </p:spPr>
        <p:txBody>
          <a:bodyPr/>
          <a:lstStyle/>
          <a:p>
            <a:r>
              <a:rPr lang="en-GB" dirty="0"/>
              <a:t>Uncertainty is bad</a:t>
            </a:r>
          </a:p>
          <a:p>
            <a:pPr marL="457200" indent="-457200">
              <a:buFont typeface="Arial" panose="020B0604020202020204" pitchFamily="34" charset="0"/>
              <a:buChar char="•"/>
            </a:pPr>
            <a:r>
              <a:rPr lang="en-GB" dirty="0"/>
              <a:t>Strong UA – Hofstede</a:t>
            </a:r>
          </a:p>
          <a:p>
            <a:pPr marL="457200" indent="-457200">
              <a:buFont typeface="Arial" panose="020B0604020202020204" pitchFamily="34" charset="0"/>
              <a:buChar char="•"/>
            </a:pPr>
            <a:r>
              <a:rPr lang="en-GB" dirty="0"/>
              <a:t>Society must reduce</a:t>
            </a:r>
          </a:p>
          <a:p>
            <a:pPr marL="457200" indent="-457200">
              <a:buFont typeface="Arial" panose="020B0604020202020204" pitchFamily="34" charset="0"/>
              <a:buChar char="•"/>
            </a:pPr>
            <a:r>
              <a:rPr lang="en-GB" dirty="0"/>
              <a:t>Stable jobs, rules and procedures</a:t>
            </a:r>
          </a:p>
          <a:p>
            <a:pPr marL="457200" indent="-457200">
              <a:buFont typeface="Arial" panose="020B0604020202020204" pitchFamily="34" charset="0"/>
              <a:buChar char="•"/>
            </a:pPr>
            <a:r>
              <a:rPr lang="en-GB" dirty="0"/>
              <a:t>Inner urge to work hard</a:t>
            </a:r>
          </a:p>
          <a:p>
            <a:pPr marL="457200" indent="-457200">
              <a:buFont typeface="Arial" panose="020B0604020202020204" pitchFamily="34" charset="0"/>
              <a:buChar char="•"/>
            </a:pPr>
            <a:r>
              <a:rPr lang="en-GB" dirty="0"/>
              <a:t>Conflict is threatening</a:t>
            </a:r>
          </a:p>
          <a:p>
            <a:pPr marL="457200" indent="-457200">
              <a:buFont typeface="Arial" panose="020B0604020202020204" pitchFamily="34" charset="0"/>
              <a:buChar char="•"/>
            </a:pPr>
            <a:r>
              <a:rPr lang="en-GB" dirty="0"/>
              <a:t>Greece, Japan, France</a:t>
            </a:r>
          </a:p>
        </p:txBody>
      </p:sp>
      <p:sp>
        <p:nvSpPr>
          <p:cNvPr id="4" name="TextBox 3">
            <a:extLst>
              <a:ext uri="{FF2B5EF4-FFF2-40B4-BE49-F238E27FC236}">
                <a16:creationId xmlns:a16="http://schemas.microsoft.com/office/drawing/2014/main" id="{E364C1F6-97BD-781A-4206-2A99413E058B}"/>
              </a:ext>
            </a:extLst>
          </p:cNvPr>
          <p:cNvSpPr txBox="1"/>
          <p:nvPr/>
        </p:nvSpPr>
        <p:spPr>
          <a:xfrm>
            <a:off x="6096000" y="1178074"/>
            <a:ext cx="4461163" cy="4493538"/>
          </a:xfrm>
          <a:prstGeom prst="rect">
            <a:avLst/>
          </a:prstGeom>
          <a:noFill/>
        </p:spPr>
        <p:txBody>
          <a:bodyPr wrap="square" rtlCol="0">
            <a:spAutoFit/>
          </a:bodyPr>
          <a:lstStyle/>
          <a:p>
            <a:r>
              <a:rPr lang="en-GB" sz="2600" dirty="0"/>
              <a:t>Uncertainty is inevitable</a:t>
            </a:r>
          </a:p>
          <a:p>
            <a:pPr marL="457200" indent="-457200">
              <a:buFont typeface="Arial" panose="020B0604020202020204" pitchFamily="34" charset="0"/>
              <a:buChar char="•"/>
            </a:pPr>
            <a:r>
              <a:rPr lang="en-GB" sz="2600" dirty="0"/>
              <a:t>Weak UA -Hofstede</a:t>
            </a:r>
          </a:p>
          <a:p>
            <a:pPr marL="457200" indent="-457200">
              <a:buFont typeface="Arial" panose="020B0604020202020204" pitchFamily="34" charset="0"/>
              <a:buChar char="•"/>
            </a:pPr>
            <a:r>
              <a:rPr lang="en-GB" sz="2600" dirty="0"/>
              <a:t>Society must accept and deal with uncertainty</a:t>
            </a:r>
          </a:p>
          <a:p>
            <a:pPr marL="457200" indent="-457200">
              <a:buFont typeface="Arial" panose="020B0604020202020204" pitchFamily="34" charset="0"/>
              <a:buChar char="•"/>
            </a:pPr>
            <a:r>
              <a:rPr lang="en-GB" sz="2600" dirty="0"/>
              <a:t>Hard work not a virtue per se</a:t>
            </a:r>
          </a:p>
          <a:p>
            <a:pPr marL="457200" indent="-457200">
              <a:buFont typeface="Arial" panose="020B0604020202020204" pitchFamily="34" charset="0"/>
              <a:buChar char="•"/>
            </a:pPr>
            <a:r>
              <a:rPr lang="en-GB" sz="2600" dirty="0"/>
              <a:t>Emotions not shown</a:t>
            </a:r>
          </a:p>
          <a:p>
            <a:pPr marL="457200" indent="-457200">
              <a:buFont typeface="Arial" panose="020B0604020202020204" pitchFamily="34" charset="0"/>
              <a:buChar char="•"/>
            </a:pPr>
            <a:r>
              <a:rPr lang="en-GB" sz="2600" dirty="0"/>
              <a:t>Conflict and competition ok</a:t>
            </a:r>
          </a:p>
          <a:p>
            <a:pPr marL="457200" indent="-457200">
              <a:buFont typeface="Arial" panose="020B0604020202020204" pitchFamily="34" charset="0"/>
              <a:buChar char="•"/>
            </a:pPr>
            <a:r>
              <a:rPr lang="en-GB" sz="2600" dirty="0"/>
              <a:t>Willingness to take risks</a:t>
            </a:r>
          </a:p>
          <a:p>
            <a:pPr marL="457200" indent="-457200">
              <a:buFont typeface="Arial" panose="020B0604020202020204" pitchFamily="34" charset="0"/>
              <a:buChar char="•"/>
            </a:pPr>
            <a:r>
              <a:rPr lang="en-GB" sz="2600" dirty="0"/>
              <a:t>Denmark UK China</a:t>
            </a:r>
          </a:p>
        </p:txBody>
      </p:sp>
    </p:spTree>
    <p:extLst>
      <p:ext uri="{BB962C8B-B14F-4D97-AF65-F5344CB8AC3E}">
        <p14:creationId xmlns:p14="http://schemas.microsoft.com/office/powerpoint/2010/main" val="22735627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771EA-D6E2-D3AE-6DCC-200113FD9B10}"/>
              </a:ext>
            </a:extLst>
          </p:cNvPr>
          <p:cNvSpPr>
            <a:spLocks noGrp="1"/>
          </p:cNvSpPr>
          <p:nvPr>
            <p:ph type="title"/>
          </p:nvPr>
        </p:nvSpPr>
        <p:spPr/>
        <p:txBody>
          <a:bodyPr/>
          <a:lstStyle/>
          <a:p>
            <a:r>
              <a:rPr lang="en-GB" dirty="0"/>
              <a:t>Trompenaars</a:t>
            </a:r>
          </a:p>
        </p:txBody>
      </p:sp>
      <p:sp>
        <p:nvSpPr>
          <p:cNvPr id="3" name="Content Placeholder 2">
            <a:extLst>
              <a:ext uri="{FF2B5EF4-FFF2-40B4-BE49-F238E27FC236}">
                <a16:creationId xmlns:a16="http://schemas.microsoft.com/office/drawing/2014/main" id="{F580F8BD-44A8-398E-8E18-C6DF78F560CD}"/>
              </a:ext>
            </a:extLst>
          </p:cNvPr>
          <p:cNvSpPr>
            <a:spLocks noGrp="1"/>
          </p:cNvSpPr>
          <p:nvPr>
            <p:ph idx="13"/>
          </p:nvPr>
        </p:nvSpPr>
        <p:spPr/>
        <p:txBody>
          <a:bodyPr/>
          <a:lstStyle/>
          <a:p>
            <a:r>
              <a:rPr lang="en-GB" dirty="0" err="1"/>
              <a:t>Trompenaar’s</a:t>
            </a:r>
            <a:r>
              <a:rPr lang="en-GB" dirty="0"/>
              <a:t> approach focuses more on the </a:t>
            </a:r>
            <a:r>
              <a:rPr lang="en-GB" b="1" dirty="0"/>
              <a:t>management implications </a:t>
            </a:r>
            <a:r>
              <a:rPr lang="en-GB" dirty="0"/>
              <a:t>of cultural differences</a:t>
            </a:r>
          </a:p>
          <a:p>
            <a:r>
              <a:rPr lang="en-GB" dirty="0"/>
              <a:t>Fons </a:t>
            </a:r>
            <a:r>
              <a:rPr lang="en-GB" dirty="0" err="1"/>
              <a:t>Tropenaars</a:t>
            </a:r>
            <a:r>
              <a:rPr lang="en-GB" dirty="0"/>
              <a:t>- Dutch </a:t>
            </a:r>
          </a:p>
          <a:p>
            <a:r>
              <a:rPr lang="en-US" b="0" i="0" dirty="0">
                <a:solidFill>
                  <a:srgbClr val="202122"/>
                </a:solidFill>
                <a:effectLst/>
                <a:latin typeface="Arial" panose="020B0604020202020204" pitchFamily="34" charset="0"/>
              </a:rPr>
              <a:t>There are five orientations covering the ways in which human beings deal with each other, along with one that deals with time, and one which deals with the environment.</a:t>
            </a:r>
            <a:endParaRPr lang="en-GB" dirty="0"/>
          </a:p>
          <a:p>
            <a:endParaRPr lang="en-GB" dirty="0"/>
          </a:p>
          <a:p>
            <a:r>
              <a:rPr lang="en-US" b="0" i="0" dirty="0">
                <a:solidFill>
                  <a:srgbClr val="1D2125"/>
                </a:solidFill>
                <a:effectLst/>
                <a:latin typeface="-apple-system"/>
              </a:rPr>
              <a:t>Trompenaars, F. (1996), </a:t>
            </a:r>
            <a:r>
              <a:rPr lang="en-US" b="0" i="1" dirty="0">
                <a:solidFill>
                  <a:srgbClr val="1D2125"/>
                </a:solidFill>
                <a:effectLst/>
                <a:latin typeface="-apple-system"/>
              </a:rPr>
              <a:t>'Resolving International Conflict: Culture and Business Strategy'</a:t>
            </a:r>
            <a:r>
              <a:rPr lang="en-US" b="0" i="0" dirty="0">
                <a:solidFill>
                  <a:srgbClr val="1D2125"/>
                </a:solidFill>
                <a:effectLst/>
                <a:latin typeface="-apple-system"/>
              </a:rPr>
              <a:t>, Business Strategy Review. Autumn96, Vol. 7 Issue 3, p51. 18p. </a:t>
            </a:r>
            <a:r>
              <a:rPr lang="en-US" b="0" i="0" u="none" strike="noStrike" dirty="0">
                <a:solidFill>
                  <a:srgbClr val="0F6CBF"/>
                </a:solidFill>
                <a:effectLst/>
                <a:latin typeface="-apple-system"/>
                <a:hlinkClick r:id="rId3"/>
              </a:rPr>
              <a:t>https://glos.idm.oclc.org/login?url=http://search.ebscohost.com/login.aspx?direct=true&amp;db=bth&amp;AN=6452001&amp;&amp;site=ehost-live&amp;scope=site</a:t>
            </a:r>
            <a:endParaRPr lang="en-GB" dirty="0"/>
          </a:p>
          <a:p>
            <a:endParaRPr lang="en-GB" dirty="0"/>
          </a:p>
        </p:txBody>
      </p:sp>
    </p:spTree>
    <p:extLst>
      <p:ext uri="{BB962C8B-B14F-4D97-AF65-F5344CB8AC3E}">
        <p14:creationId xmlns:p14="http://schemas.microsoft.com/office/powerpoint/2010/main" val="1757229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C5CA370-D2FC-C87A-4C79-D046E660976D}"/>
              </a:ext>
            </a:extLst>
          </p:cNvPr>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2240589" y="643466"/>
            <a:ext cx="7710822" cy="5571067"/>
          </a:xfrm>
          <a:prstGeom prst="rect">
            <a:avLst/>
          </a:prstGeom>
        </p:spPr>
      </p:pic>
    </p:spTree>
    <p:extLst>
      <p:ext uri="{BB962C8B-B14F-4D97-AF65-F5344CB8AC3E}">
        <p14:creationId xmlns:p14="http://schemas.microsoft.com/office/powerpoint/2010/main" val="3879856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F1AA1-4BE5-0560-1B76-09249B2CB16F}"/>
              </a:ext>
            </a:extLst>
          </p:cNvPr>
          <p:cNvSpPr>
            <a:spLocks noGrp="1"/>
          </p:cNvSpPr>
          <p:nvPr>
            <p:ph type="title"/>
          </p:nvPr>
        </p:nvSpPr>
        <p:spPr/>
        <p:txBody>
          <a:bodyPr/>
          <a:lstStyle/>
          <a:p>
            <a:r>
              <a:rPr lang="en-GB" dirty="0"/>
              <a:t>Universalism vs Particularism</a:t>
            </a:r>
          </a:p>
        </p:txBody>
      </p:sp>
      <p:sp>
        <p:nvSpPr>
          <p:cNvPr id="3" name="Content Placeholder 2">
            <a:extLst>
              <a:ext uri="{FF2B5EF4-FFF2-40B4-BE49-F238E27FC236}">
                <a16:creationId xmlns:a16="http://schemas.microsoft.com/office/drawing/2014/main" id="{AF3DA9BA-F11E-719D-6631-97BB5A63C1CB}"/>
              </a:ext>
            </a:extLst>
          </p:cNvPr>
          <p:cNvSpPr>
            <a:spLocks noGrp="1"/>
          </p:cNvSpPr>
          <p:nvPr>
            <p:ph idx="14"/>
          </p:nvPr>
        </p:nvSpPr>
        <p:spPr/>
        <p:txBody>
          <a:bodyPr/>
          <a:lstStyle/>
          <a:p>
            <a:r>
              <a:rPr lang="en-GB" dirty="0"/>
              <a:t>What matter more- rules or relationships?</a:t>
            </a:r>
          </a:p>
          <a:p>
            <a:endParaRPr lang="en-GB" dirty="0"/>
          </a:p>
          <a:p>
            <a:r>
              <a:rPr lang="en-GB" dirty="0"/>
              <a:t>Universalism – the uniform application of rules and procedures regardless of situation, context or individual involved</a:t>
            </a:r>
          </a:p>
          <a:p>
            <a:r>
              <a:rPr lang="en-GB" dirty="0"/>
              <a:t>E.g. US, UK, Germany, Switzerland, Canada, Australia</a:t>
            </a:r>
          </a:p>
          <a:p>
            <a:r>
              <a:rPr lang="en-GB" dirty="0"/>
              <a:t>Particularism- the judging of a situation and adjusting rules and procedures according to specific </a:t>
            </a:r>
            <a:r>
              <a:rPr lang="en-GB" dirty="0" err="1"/>
              <a:t>situatios</a:t>
            </a:r>
            <a:r>
              <a:rPr lang="en-GB" dirty="0"/>
              <a:t> or specific individuals involved</a:t>
            </a:r>
          </a:p>
          <a:p>
            <a:r>
              <a:rPr lang="en-GB" dirty="0"/>
              <a:t>E.g. Russia, China, Algeria, Jordan, Oman, countries in Latin America</a:t>
            </a:r>
          </a:p>
        </p:txBody>
      </p:sp>
    </p:spTree>
    <p:extLst>
      <p:ext uri="{BB962C8B-B14F-4D97-AF65-F5344CB8AC3E}">
        <p14:creationId xmlns:p14="http://schemas.microsoft.com/office/powerpoint/2010/main" val="18530665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3AEAE-6E00-519B-83BA-A9FE213570A4}"/>
              </a:ext>
            </a:extLst>
          </p:cNvPr>
          <p:cNvSpPr>
            <a:spLocks noGrp="1"/>
          </p:cNvSpPr>
          <p:nvPr>
            <p:ph type="title"/>
          </p:nvPr>
        </p:nvSpPr>
        <p:spPr/>
        <p:txBody>
          <a:bodyPr/>
          <a:lstStyle/>
          <a:p>
            <a:r>
              <a:rPr lang="en-GB" sz="4800" dirty="0"/>
              <a:t>Individualism vs Communitarianism</a:t>
            </a:r>
          </a:p>
        </p:txBody>
      </p:sp>
      <p:sp>
        <p:nvSpPr>
          <p:cNvPr id="3" name="Content Placeholder 2">
            <a:extLst>
              <a:ext uri="{FF2B5EF4-FFF2-40B4-BE49-F238E27FC236}">
                <a16:creationId xmlns:a16="http://schemas.microsoft.com/office/drawing/2014/main" id="{55F2061C-3B3C-A82F-9064-DCAF47AF8106}"/>
              </a:ext>
            </a:extLst>
          </p:cNvPr>
          <p:cNvSpPr>
            <a:spLocks noGrp="1"/>
          </p:cNvSpPr>
          <p:nvPr>
            <p:ph idx="13"/>
          </p:nvPr>
        </p:nvSpPr>
        <p:spPr/>
        <p:txBody>
          <a:bodyPr/>
          <a:lstStyle/>
          <a:p>
            <a:r>
              <a:rPr lang="en-GB" dirty="0"/>
              <a:t>Working as a team or an individual?</a:t>
            </a:r>
          </a:p>
          <a:p>
            <a:r>
              <a:rPr lang="en-GB" dirty="0"/>
              <a:t>Individualistic cultures- outcomes are the result of your choices</a:t>
            </a:r>
          </a:p>
          <a:p>
            <a:r>
              <a:rPr lang="en-GB" dirty="0" err="1"/>
              <a:t>Eg</a:t>
            </a:r>
            <a:r>
              <a:rPr lang="en-GB" dirty="0"/>
              <a:t> Canada, US, UK, </a:t>
            </a:r>
            <a:r>
              <a:rPr lang="en-GB" dirty="0" err="1"/>
              <a:t>Switerland</a:t>
            </a:r>
            <a:endParaRPr lang="en-GB" dirty="0"/>
          </a:p>
          <a:p>
            <a:r>
              <a:rPr lang="en-GB" dirty="0"/>
              <a:t>Communitarianism- quality of life is better if we help each other</a:t>
            </a:r>
          </a:p>
          <a:p>
            <a:r>
              <a:rPr lang="en-GB" dirty="0" err="1"/>
              <a:t>Eg</a:t>
            </a:r>
            <a:r>
              <a:rPr lang="en-GB" dirty="0"/>
              <a:t> Japan, China, </a:t>
            </a:r>
            <a:r>
              <a:rPr lang="en-GB" dirty="0" err="1"/>
              <a:t>latin</a:t>
            </a:r>
            <a:r>
              <a:rPr lang="en-GB" dirty="0"/>
              <a:t> America, much of Africa</a:t>
            </a:r>
          </a:p>
        </p:txBody>
      </p:sp>
    </p:spTree>
    <p:extLst>
      <p:ext uri="{BB962C8B-B14F-4D97-AF65-F5344CB8AC3E}">
        <p14:creationId xmlns:p14="http://schemas.microsoft.com/office/powerpoint/2010/main" val="14152667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247B7-F62B-9CE6-D4A2-DACF658DE8EF}"/>
              </a:ext>
            </a:extLst>
          </p:cNvPr>
          <p:cNvSpPr>
            <a:spLocks noGrp="1"/>
          </p:cNvSpPr>
          <p:nvPr>
            <p:ph type="title"/>
          </p:nvPr>
        </p:nvSpPr>
        <p:spPr/>
        <p:txBody>
          <a:bodyPr/>
          <a:lstStyle/>
          <a:p>
            <a:r>
              <a:rPr lang="en-GB" dirty="0"/>
              <a:t>Specific vs diffuse</a:t>
            </a:r>
          </a:p>
        </p:txBody>
      </p:sp>
      <p:sp>
        <p:nvSpPr>
          <p:cNvPr id="3" name="Content Placeholder 2">
            <a:extLst>
              <a:ext uri="{FF2B5EF4-FFF2-40B4-BE49-F238E27FC236}">
                <a16:creationId xmlns:a16="http://schemas.microsoft.com/office/drawing/2014/main" id="{EE1A034E-C78F-B13C-3C64-CCAAF87BF836}"/>
              </a:ext>
            </a:extLst>
          </p:cNvPr>
          <p:cNvSpPr>
            <a:spLocks noGrp="1"/>
          </p:cNvSpPr>
          <p:nvPr>
            <p:ph idx="13"/>
          </p:nvPr>
        </p:nvSpPr>
        <p:spPr/>
        <p:txBody>
          <a:bodyPr/>
          <a:lstStyle/>
          <a:p>
            <a:r>
              <a:rPr lang="en-GB" dirty="0"/>
              <a:t>How separate is your personal and professional life?</a:t>
            </a:r>
          </a:p>
          <a:p>
            <a:endParaRPr lang="en-GB" dirty="0"/>
          </a:p>
          <a:p>
            <a:r>
              <a:rPr lang="en-GB" dirty="0"/>
              <a:t>Specific culture- personal and work life are separate</a:t>
            </a:r>
          </a:p>
          <a:p>
            <a:r>
              <a:rPr lang="en-GB" dirty="0" err="1"/>
              <a:t>Eg</a:t>
            </a:r>
            <a:r>
              <a:rPr lang="en-GB" dirty="0"/>
              <a:t> Germany, Netherlands, Austria, Switzerland, US and Australia</a:t>
            </a:r>
          </a:p>
          <a:p>
            <a:endParaRPr lang="en-GB" dirty="0"/>
          </a:p>
          <a:p>
            <a:r>
              <a:rPr lang="en-GB" dirty="0"/>
              <a:t>Diffuse culture- personal and work life are interconnected</a:t>
            </a:r>
          </a:p>
          <a:p>
            <a:r>
              <a:rPr lang="en-GB" dirty="0" err="1"/>
              <a:t>Eg</a:t>
            </a:r>
            <a:r>
              <a:rPr lang="en-GB" dirty="0"/>
              <a:t> China, Japan, India, Argentina and Spain, Singapore</a:t>
            </a:r>
          </a:p>
        </p:txBody>
      </p:sp>
    </p:spTree>
    <p:extLst>
      <p:ext uri="{BB962C8B-B14F-4D97-AF65-F5344CB8AC3E}">
        <p14:creationId xmlns:p14="http://schemas.microsoft.com/office/powerpoint/2010/main" val="1975146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A4701-32B3-1D72-C897-63760CD51680}"/>
              </a:ext>
            </a:extLst>
          </p:cNvPr>
          <p:cNvSpPr>
            <a:spLocks noGrp="1"/>
          </p:cNvSpPr>
          <p:nvPr>
            <p:ph type="title"/>
          </p:nvPr>
        </p:nvSpPr>
        <p:spPr/>
        <p:txBody>
          <a:bodyPr/>
          <a:lstStyle/>
          <a:p>
            <a:r>
              <a:rPr lang="en-GB" dirty="0"/>
              <a:t>Neutral vs affective</a:t>
            </a:r>
          </a:p>
        </p:txBody>
      </p:sp>
      <p:sp>
        <p:nvSpPr>
          <p:cNvPr id="3" name="Content Placeholder 2">
            <a:extLst>
              <a:ext uri="{FF2B5EF4-FFF2-40B4-BE49-F238E27FC236}">
                <a16:creationId xmlns:a16="http://schemas.microsoft.com/office/drawing/2014/main" id="{DFA80E84-DA3D-A828-0CED-73F3CB275AC2}"/>
              </a:ext>
            </a:extLst>
          </p:cNvPr>
          <p:cNvSpPr>
            <a:spLocks noGrp="1"/>
          </p:cNvSpPr>
          <p:nvPr>
            <p:ph idx="13"/>
          </p:nvPr>
        </p:nvSpPr>
        <p:spPr/>
        <p:txBody>
          <a:bodyPr/>
          <a:lstStyle/>
          <a:p>
            <a:r>
              <a:rPr lang="en-GB" dirty="0"/>
              <a:t>Do you show your emotions?</a:t>
            </a:r>
          </a:p>
          <a:p>
            <a:r>
              <a:rPr lang="en-GB" dirty="0"/>
              <a:t>Neutral- Not so much</a:t>
            </a:r>
          </a:p>
          <a:p>
            <a:r>
              <a:rPr lang="en-GB" dirty="0"/>
              <a:t>Affective- tend to share</a:t>
            </a:r>
          </a:p>
          <a:p>
            <a:endParaRPr lang="en-GB" dirty="0"/>
          </a:p>
          <a:p>
            <a:r>
              <a:rPr lang="en-GB" dirty="0"/>
              <a:t>Neutral- Germany, Netherlands, UK, China, Japan, Switzerland, Indonesia</a:t>
            </a:r>
          </a:p>
          <a:p>
            <a:r>
              <a:rPr lang="en-GB" dirty="0"/>
              <a:t>Affective- France, Italy, Spain, Brazil, Oman</a:t>
            </a:r>
          </a:p>
          <a:p>
            <a:endParaRPr lang="en-GB" dirty="0"/>
          </a:p>
          <a:p>
            <a:r>
              <a:rPr lang="en-GB" dirty="0"/>
              <a:t>British ‘Stiff upper lip’</a:t>
            </a:r>
          </a:p>
        </p:txBody>
      </p:sp>
    </p:spTree>
    <p:extLst>
      <p:ext uri="{BB962C8B-B14F-4D97-AF65-F5344CB8AC3E}">
        <p14:creationId xmlns:p14="http://schemas.microsoft.com/office/powerpoint/2010/main" val="19755037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B7ED6-27ED-C167-B019-CA13442ECAC8}"/>
              </a:ext>
            </a:extLst>
          </p:cNvPr>
          <p:cNvSpPr>
            <a:spLocks noGrp="1"/>
          </p:cNvSpPr>
          <p:nvPr>
            <p:ph type="title"/>
          </p:nvPr>
        </p:nvSpPr>
        <p:spPr/>
        <p:txBody>
          <a:bodyPr/>
          <a:lstStyle/>
          <a:p>
            <a:r>
              <a:rPr lang="en-GB" dirty="0"/>
              <a:t>Achievement vs Ascription</a:t>
            </a:r>
          </a:p>
        </p:txBody>
      </p:sp>
      <p:sp>
        <p:nvSpPr>
          <p:cNvPr id="3" name="Content Placeholder 2">
            <a:extLst>
              <a:ext uri="{FF2B5EF4-FFF2-40B4-BE49-F238E27FC236}">
                <a16:creationId xmlns:a16="http://schemas.microsoft.com/office/drawing/2014/main" id="{29305933-3DAD-219A-84D3-803CBFB0FA78}"/>
              </a:ext>
            </a:extLst>
          </p:cNvPr>
          <p:cNvSpPr>
            <a:spLocks noGrp="1"/>
          </p:cNvSpPr>
          <p:nvPr>
            <p:ph idx="13"/>
          </p:nvPr>
        </p:nvSpPr>
        <p:spPr/>
        <p:txBody>
          <a:bodyPr/>
          <a:lstStyle/>
          <a:p>
            <a:r>
              <a:rPr lang="en-GB" dirty="0"/>
              <a:t>Do you have to prove yourself to get status or is it given to you?</a:t>
            </a:r>
          </a:p>
          <a:p>
            <a:endParaRPr lang="en-GB" dirty="0"/>
          </a:p>
          <a:p>
            <a:r>
              <a:rPr lang="en-GB" dirty="0"/>
              <a:t>Achievement- earn through skills and knowledge</a:t>
            </a:r>
          </a:p>
          <a:p>
            <a:r>
              <a:rPr lang="en-GB" dirty="0" err="1"/>
              <a:t>Eg</a:t>
            </a:r>
            <a:r>
              <a:rPr lang="en-GB" dirty="0"/>
              <a:t> US, UK, Scandinavian countries</a:t>
            </a:r>
          </a:p>
          <a:p>
            <a:r>
              <a:rPr lang="en-GB" dirty="0"/>
              <a:t>Ascription- status is given to you</a:t>
            </a:r>
          </a:p>
          <a:p>
            <a:r>
              <a:rPr lang="en-GB" dirty="0" err="1"/>
              <a:t>Eg</a:t>
            </a:r>
            <a:r>
              <a:rPr lang="en-GB" dirty="0"/>
              <a:t> Japan, Italy, France</a:t>
            </a:r>
          </a:p>
        </p:txBody>
      </p:sp>
    </p:spTree>
    <p:extLst>
      <p:ext uri="{BB962C8B-B14F-4D97-AF65-F5344CB8AC3E}">
        <p14:creationId xmlns:p14="http://schemas.microsoft.com/office/powerpoint/2010/main" val="25126230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F085A-8533-85E7-8AAE-ACBB91DAEB22}"/>
              </a:ext>
            </a:extLst>
          </p:cNvPr>
          <p:cNvSpPr>
            <a:spLocks noGrp="1"/>
          </p:cNvSpPr>
          <p:nvPr>
            <p:ph type="title"/>
          </p:nvPr>
        </p:nvSpPr>
        <p:spPr/>
        <p:txBody>
          <a:bodyPr/>
          <a:lstStyle/>
          <a:p>
            <a:r>
              <a:rPr lang="en-GB" dirty="0"/>
              <a:t>Sequential vs Synchronous time</a:t>
            </a:r>
          </a:p>
        </p:txBody>
      </p:sp>
      <p:sp>
        <p:nvSpPr>
          <p:cNvPr id="3" name="Content Placeholder 2">
            <a:extLst>
              <a:ext uri="{FF2B5EF4-FFF2-40B4-BE49-F238E27FC236}">
                <a16:creationId xmlns:a16="http://schemas.microsoft.com/office/drawing/2014/main" id="{289199F4-B3F0-EE61-A697-06175FE292D3}"/>
              </a:ext>
            </a:extLst>
          </p:cNvPr>
          <p:cNvSpPr>
            <a:spLocks noGrp="1"/>
          </p:cNvSpPr>
          <p:nvPr>
            <p:ph idx="13"/>
          </p:nvPr>
        </p:nvSpPr>
        <p:spPr/>
        <p:txBody>
          <a:bodyPr/>
          <a:lstStyle/>
          <a:p>
            <a:r>
              <a:rPr lang="en-GB" dirty="0"/>
              <a:t>One thing at a time or may things at once?</a:t>
            </a:r>
          </a:p>
          <a:p>
            <a:r>
              <a:rPr lang="en-GB" dirty="0"/>
              <a:t>Sequential time- projects or tasks are completed in stages</a:t>
            </a:r>
          </a:p>
          <a:p>
            <a:r>
              <a:rPr lang="en-GB" dirty="0"/>
              <a:t>E.g. US, UK, Germany, Sweden and other northern European countries</a:t>
            </a:r>
          </a:p>
          <a:p>
            <a:r>
              <a:rPr lang="en-GB" dirty="0"/>
              <a:t>Synchronous time- lots at once</a:t>
            </a:r>
          </a:p>
        </p:txBody>
      </p:sp>
    </p:spTree>
    <p:extLst>
      <p:ext uri="{BB962C8B-B14F-4D97-AF65-F5344CB8AC3E}">
        <p14:creationId xmlns:p14="http://schemas.microsoft.com/office/powerpoint/2010/main" val="37095954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AD46D-95EA-FF19-49F7-A0AE46052CA7}"/>
              </a:ext>
            </a:extLst>
          </p:cNvPr>
          <p:cNvSpPr>
            <a:spLocks noGrp="1"/>
          </p:cNvSpPr>
          <p:nvPr>
            <p:ph type="title"/>
          </p:nvPr>
        </p:nvSpPr>
        <p:spPr/>
        <p:txBody>
          <a:bodyPr/>
          <a:lstStyle/>
          <a:p>
            <a:r>
              <a:rPr lang="en-GB" dirty="0"/>
              <a:t>Internal vs external direction</a:t>
            </a:r>
          </a:p>
        </p:txBody>
      </p:sp>
      <p:sp>
        <p:nvSpPr>
          <p:cNvPr id="3" name="Content Placeholder 2">
            <a:extLst>
              <a:ext uri="{FF2B5EF4-FFF2-40B4-BE49-F238E27FC236}">
                <a16:creationId xmlns:a16="http://schemas.microsoft.com/office/drawing/2014/main" id="{4085A7A1-ABBB-73B8-0A4A-51A6D725E46A}"/>
              </a:ext>
            </a:extLst>
          </p:cNvPr>
          <p:cNvSpPr>
            <a:spLocks noGrp="1"/>
          </p:cNvSpPr>
          <p:nvPr>
            <p:ph idx="13"/>
          </p:nvPr>
        </p:nvSpPr>
        <p:spPr/>
        <p:txBody>
          <a:bodyPr/>
          <a:lstStyle/>
          <a:p>
            <a:r>
              <a:rPr lang="en-GB" dirty="0"/>
              <a:t>Do you control your environment or are you controlled by it?</a:t>
            </a:r>
          </a:p>
          <a:p>
            <a:r>
              <a:rPr lang="en-GB" dirty="0"/>
              <a:t>Internal- people believe can control to achieve goals</a:t>
            </a:r>
          </a:p>
          <a:p>
            <a:r>
              <a:rPr lang="en-GB" dirty="0"/>
              <a:t>E.g. US, UK, Australia</a:t>
            </a:r>
          </a:p>
          <a:p>
            <a:r>
              <a:rPr lang="en-GB" dirty="0"/>
              <a:t>External- work with environment to achieve goals</a:t>
            </a:r>
          </a:p>
          <a:p>
            <a:r>
              <a:rPr lang="en-GB" dirty="0" err="1"/>
              <a:t>Eg</a:t>
            </a:r>
            <a:r>
              <a:rPr lang="en-GB" dirty="0"/>
              <a:t> China, Russia, Saudi Arabia</a:t>
            </a:r>
          </a:p>
          <a:p>
            <a:endParaRPr lang="en-GB" dirty="0"/>
          </a:p>
        </p:txBody>
      </p:sp>
    </p:spTree>
    <p:extLst>
      <p:ext uri="{BB962C8B-B14F-4D97-AF65-F5344CB8AC3E}">
        <p14:creationId xmlns:p14="http://schemas.microsoft.com/office/powerpoint/2010/main" val="14877775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B78D9-8C2F-2FF9-8F23-AF0CBA3BF162}"/>
              </a:ext>
            </a:extLst>
          </p:cNvPr>
          <p:cNvSpPr>
            <a:spLocks noGrp="1"/>
          </p:cNvSpPr>
          <p:nvPr>
            <p:ph type="title"/>
          </p:nvPr>
        </p:nvSpPr>
        <p:spPr/>
        <p:txBody>
          <a:bodyPr/>
          <a:lstStyle/>
          <a:p>
            <a:r>
              <a:rPr lang="en-GB" sz="4400" dirty="0" err="1"/>
              <a:t>Trompenaar’s</a:t>
            </a:r>
            <a:r>
              <a:rPr lang="en-GB" sz="4400" dirty="0"/>
              <a:t> 7 cultural dimensions</a:t>
            </a:r>
          </a:p>
        </p:txBody>
      </p:sp>
      <p:sp>
        <p:nvSpPr>
          <p:cNvPr id="3" name="Content Placeholder 2">
            <a:extLst>
              <a:ext uri="{FF2B5EF4-FFF2-40B4-BE49-F238E27FC236}">
                <a16:creationId xmlns:a16="http://schemas.microsoft.com/office/drawing/2014/main" id="{D4C5359A-EE9B-3472-2FD6-E58EC4547A3F}"/>
              </a:ext>
            </a:extLst>
          </p:cNvPr>
          <p:cNvSpPr>
            <a:spLocks noGrp="1"/>
          </p:cNvSpPr>
          <p:nvPr>
            <p:ph idx="13"/>
          </p:nvPr>
        </p:nvSpPr>
        <p:spPr/>
        <p:txBody>
          <a:bodyPr/>
          <a:lstStyle/>
          <a:p>
            <a:r>
              <a:rPr lang="en-GB" dirty="0"/>
              <a:t>No clear way to use the model</a:t>
            </a:r>
          </a:p>
          <a:p>
            <a:r>
              <a:rPr lang="en-GB" dirty="0"/>
              <a:t>But remember to look at the person and not the country/culture</a:t>
            </a:r>
          </a:p>
          <a:p>
            <a:r>
              <a:rPr lang="en-GB" dirty="0"/>
              <a:t>From this you can look at ways of making adjustments.</a:t>
            </a:r>
          </a:p>
        </p:txBody>
      </p:sp>
    </p:spTree>
    <p:extLst>
      <p:ext uri="{BB962C8B-B14F-4D97-AF65-F5344CB8AC3E}">
        <p14:creationId xmlns:p14="http://schemas.microsoft.com/office/powerpoint/2010/main" val="40260330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7CC24-095C-27B6-0D6B-55959C3C35E0}"/>
              </a:ext>
            </a:extLst>
          </p:cNvPr>
          <p:cNvSpPr>
            <a:spLocks noGrp="1"/>
          </p:cNvSpPr>
          <p:nvPr>
            <p:ph type="title"/>
          </p:nvPr>
        </p:nvSpPr>
        <p:spPr/>
        <p:txBody>
          <a:bodyPr/>
          <a:lstStyle/>
          <a:p>
            <a:r>
              <a:rPr lang="en-GB" dirty="0"/>
              <a:t>Time</a:t>
            </a:r>
          </a:p>
        </p:txBody>
      </p:sp>
      <p:sp>
        <p:nvSpPr>
          <p:cNvPr id="3" name="Content Placeholder 2">
            <a:extLst>
              <a:ext uri="{FF2B5EF4-FFF2-40B4-BE49-F238E27FC236}">
                <a16:creationId xmlns:a16="http://schemas.microsoft.com/office/drawing/2014/main" id="{105EFEAC-2115-464E-BE1D-229FEDB6A744}"/>
              </a:ext>
            </a:extLst>
          </p:cNvPr>
          <p:cNvSpPr>
            <a:spLocks noGrp="1"/>
          </p:cNvSpPr>
          <p:nvPr>
            <p:ph idx="14"/>
          </p:nvPr>
        </p:nvSpPr>
        <p:spPr/>
        <p:txBody>
          <a:bodyPr/>
          <a:lstStyle/>
          <a:p>
            <a:r>
              <a:rPr lang="en-GB" dirty="0"/>
              <a:t>Cultural differences are visible even from our first interaction</a:t>
            </a:r>
          </a:p>
          <a:p>
            <a:r>
              <a:rPr lang="en-GB" dirty="0"/>
              <a:t>-late</a:t>
            </a:r>
          </a:p>
          <a:p>
            <a:r>
              <a:rPr lang="en-GB" dirty="0"/>
              <a:t>-early</a:t>
            </a:r>
          </a:p>
          <a:p>
            <a:r>
              <a:rPr lang="en-GB" dirty="0"/>
              <a:t>-on time?</a:t>
            </a:r>
          </a:p>
          <a:p>
            <a:endParaRPr lang="en-GB" dirty="0"/>
          </a:p>
          <a:p>
            <a:r>
              <a:rPr lang="en-GB" dirty="0"/>
              <a:t>Scheduling months in advance?</a:t>
            </a:r>
          </a:p>
          <a:p>
            <a:r>
              <a:rPr lang="en-GB" dirty="0"/>
              <a:t>Is this possible with religious/cultural holidays?</a:t>
            </a:r>
          </a:p>
        </p:txBody>
      </p:sp>
    </p:spTree>
    <p:extLst>
      <p:ext uri="{BB962C8B-B14F-4D97-AF65-F5344CB8AC3E}">
        <p14:creationId xmlns:p14="http://schemas.microsoft.com/office/powerpoint/2010/main" val="16718574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BFF6-2995-484B-845E-7AB70D6F0652}"/>
              </a:ext>
            </a:extLst>
          </p:cNvPr>
          <p:cNvSpPr>
            <a:spLocks noGrp="1"/>
          </p:cNvSpPr>
          <p:nvPr>
            <p:ph type="title"/>
          </p:nvPr>
        </p:nvSpPr>
        <p:spPr/>
        <p:txBody>
          <a:bodyPr/>
          <a:lstStyle/>
          <a:p>
            <a:endParaRPr lang="en-GB"/>
          </a:p>
        </p:txBody>
      </p:sp>
      <p:pic>
        <p:nvPicPr>
          <p:cNvPr id="4" name="Online Media 3" title="Sequential and Synchronic Cultures">
            <a:hlinkClick r:id="" action="ppaction://media"/>
            <a:extLst>
              <a:ext uri="{FF2B5EF4-FFF2-40B4-BE49-F238E27FC236}">
                <a16:creationId xmlns:a16="http://schemas.microsoft.com/office/drawing/2014/main" id="{FF00BC12-AE94-62F9-6389-F09FFA8A6BC7}"/>
              </a:ext>
            </a:extLst>
          </p:cNvPr>
          <p:cNvPicPr>
            <a:picLocks noGrp="1" noRot="1" noChangeAspect="1"/>
          </p:cNvPicPr>
          <p:nvPr>
            <p:ph idx="13"/>
            <a:videoFile r:link="rId1"/>
          </p:nvPr>
        </p:nvPicPr>
        <p:blipFill>
          <a:blip r:embed="rId4"/>
          <a:stretch>
            <a:fillRect/>
          </a:stretch>
        </p:blipFill>
        <p:spPr>
          <a:xfrm>
            <a:off x="1900844" y="357188"/>
            <a:ext cx="8242753" cy="6182063"/>
          </a:xfrm>
          <a:prstGeom prst="rect">
            <a:avLst/>
          </a:prstGeom>
        </p:spPr>
      </p:pic>
    </p:spTree>
    <p:extLst>
      <p:ext uri="{BB962C8B-B14F-4D97-AF65-F5344CB8AC3E}">
        <p14:creationId xmlns:p14="http://schemas.microsoft.com/office/powerpoint/2010/main" val="2417832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F9926-6A46-8FC4-2442-263EA1F1070F}"/>
              </a:ext>
            </a:extLst>
          </p:cNvPr>
          <p:cNvSpPr>
            <a:spLocks noGrp="1"/>
          </p:cNvSpPr>
          <p:nvPr>
            <p:ph type="title"/>
          </p:nvPr>
        </p:nvSpPr>
        <p:spPr/>
        <p:txBody>
          <a:bodyPr/>
          <a:lstStyle/>
          <a:p>
            <a:r>
              <a:rPr lang="en-GB" dirty="0"/>
              <a:t>Meeting agendas</a:t>
            </a:r>
          </a:p>
        </p:txBody>
      </p:sp>
      <p:sp>
        <p:nvSpPr>
          <p:cNvPr id="3" name="Content Placeholder 2">
            <a:extLst>
              <a:ext uri="{FF2B5EF4-FFF2-40B4-BE49-F238E27FC236}">
                <a16:creationId xmlns:a16="http://schemas.microsoft.com/office/drawing/2014/main" id="{AF043676-A9BC-ECB7-91E8-6D9E054881D3}"/>
              </a:ext>
            </a:extLst>
          </p:cNvPr>
          <p:cNvSpPr>
            <a:spLocks noGrp="1"/>
          </p:cNvSpPr>
          <p:nvPr>
            <p:ph idx="14"/>
          </p:nvPr>
        </p:nvSpPr>
        <p:spPr/>
        <p:txBody>
          <a:bodyPr/>
          <a:lstStyle/>
          <a:p>
            <a:r>
              <a:rPr lang="en-GB" dirty="0"/>
              <a:t>In a linear time culture - sequential</a:t>
            </a:r>
          </a:p>
          <a:p>
            <a:r>
              <a:rPr lang="en-GB" dirty="0"/>
              <a:t>UK, US, </a:t>
            </a:r>
            <a:r>
              <a:rPr lang="en-GB" dirty="0" err="1"/>
              <a:t>Scandanavia</a:t>
            </a:r>
            <a:r>
              <a:rPr lang="en-GB" dirty="0"/>
              <a:t>, Germany</a:t>
            </a:r>
          </a:p>
          <a:p>
            <a:r>
              <a:rPr lang="en-GB" dirty="0"/>
              <a:t>Agenda circulated before hand, timings and subjects covered in order. No hijacking of the meeting. Taking subjects ‘off line’</a:t>
            </a:r>
          </a:p>
          <a:p>
            <a:endParaRPr lang="en-GB" dirty="0"/>
          </a:p>
          <a:p>
            <a:r>
              <a:rPr lang="en-GB" dirty="0"/>
              <a:t>In a flexible time culture- synchronic</a:t>
            </a:r>
          </a:p>
          <a:p>
            <a:r>
              <a:rPr lang="en-GB" dirty="0"/>
              <a:t>South America, parts of Europe, Africa and middle East</a:t>
            </a:r>
          </a:p>
          <a:p>
            <a:r>
              <a:rPr lang="en-GB" dirty="0"/>
              <a:t>Agenda likely circulated but not necessarily followed. The meeting flows in an organic way, sub groups of discussion may form.</a:t>
            </a:r>
          </a:p>
        </p:txBody>
      </p:sp>
    </p:spTree>
    <p:extLst>
      <p:ext uri="{BB962C8B-B14F-4D97-AF65-F5344CB8AC3E}">
        <p14:creationId xmlns:p14="http://schemas.microsoft.com/office/powerpoint/2010/main" val="31331426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675DD-AF4D-4EA9-DDEC-48DA2A650449}"/>
              </a:ext>
            </a:extLst>
          </p:cNvPr>
          <p:cNvSpPr>
            <a:spLocks noGrp="1"/>
          </p:cNvSpPr>
          <p:nvPr>
            <p:ph type="title"/>
          </p:nvPr>
        </p:nvSpPr>
        <p:spPr/>
        <p:txBody>
          <a:bodyPr/>
          <a:lstStyle/>
          <a:p>
            <a:r>
              <a:rPr lang="en-GB" sz="4400" dirty="0"/>
              <a:t>The importance of understanding cultural impacts on business</a:t>
            </a:r>
          </a:p>
        </p:txBody>
      </p:sp>
      <p:sp>
        <p:nvSpPr>
          <p:cNvPr id="3" name="Content Placeholder 2">
            <a:extLst>
              <a:ext uri="{FF2B5EF4-FFF2-40B4-BE49-F238E27FC236}">
                <a16:creationId xmlns:a16="http://schemas.microsoft.com/office/drawing/2014/main" id="{7D681A86-22EB-8652-06B9-A6385B748363}"/>
              </a:ext>
            </a:extLst>
          </p:cNvPr>
          <p:cNvSpPr>
            <a:spLocks noGrp="1"/>
          </p:cNvSpPr>
          <p:nvPr>
            <p:ph idx="13"/>
          </p:nvPr>
        </p:nvSpPr>
        <p:spPr/>
        <p:txBody>
          <a:bodyPr/>
          <a:lstStyle/>
          <a:p>
            <a:r>
              <a:rPr lang="en-GB" dirty="0"/>
              <a:t>Multinational and global companies need to consider the impact of culture as cultural norms influence a wide range of work preferences:</a:t>
            </a:r>
          </a:p>
          <a:p>
            <a:r>
              <a:rPr lang="en-GB" dirty="0"/>
              <a:t>Perceptions of authority</a:t>
            </a:r>
          </a:p>
          <a:p>
            <a:r>
              <a:rPr lang="en-GB" dirty="0"/>
              <a:t>Leadership style</a:t>
            </a:r>
          </a:p>
          <a:p>
            <a:r>
              <a:rPr lang="en-GB" dirty="0"/>
              <a:t>Fairness</a:t>
            </a:r>
          </a:p>
          <a:p>
            <a:r>
              <a:rPr lang="en-GB" dirty="0"/>
              <a:t>Distribution of rewards/punishment</a:t>
            </a:r>
          </a:p>
          <a:p>
            <a:r>
              <a:rPr lang="en-GB" dirty="0"/>
              <a:t>Interpersonal relationships</a:t>
            </a:r>
          </a:p>
          <a:p>
            <a:r>
              <a:rPr lang="en-GB" dirty="0"/>
              <a:t>Communications</a:t>
            </a:r>
          </a:p>
          <a:p>
            <a:r>
              <a:rPr lang="en-GB" dirty="0"/>
              <a:t>Expectations of the organisation</a:t>
            </a:r>
          </a:p>
        </p:txBody>
      </p:sp>
    </p:spTree>
    <p:extLst>
      <p:ext uri="{BB962C8B-B14F-4D97-AF65-F5344CB8AC3E}">
        <p14:creationId xmlns:p14="http://schemas.microsoft.com/office/powerpoint/2010/main" val="8692176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826FC-6E2B-8B48-AE5A-DA02EEEF6237}"/>
              </a:ext>
            </a:extLst>
          </p:cNvPr>
          <p:cNvSpPr>
            <a:spLocks noGrp="1"/>
          </p:cNvSpPr>
          <p:nvPr>
            <p:ph type="title"/>
          </p:nvPr>
        </p:nvSpPr>
        <p:spPr/>
        <p:txBody>
          <a:bodyPr/>
          <a:lstStyle/>
          <a:p>
            <a:r>
              <a:rPr lang="en-GB" sz="4000" dirty="0"/>
              <a:t>Cross-cultural Relationship Building</a:t>
            </a:r>
          </a:p>
        </p:txBody>
      </p:sp>
      <p:sp>
        <p:nvSpPr>
          <p:cNvPr id="3" name="Content Placeholder 2">
            <a:extLst>
              <a:ext uri="{FF2B5EF4-FFF2-40B4-BE49-F238E27FC236}">
                <a16:creationId xmlns:a16="http://schemas.microsoft.com/office/drawing/2014/main" id="{43A4C74F-AC0A-DA72-7AAB-6B9DFC9FFB87}"/>
              </a:ext>
            </a:extLst>
          </p:cNvPr>
          <p:cNvSpPr>
            <a:spLocks noGrp="1"/>
          </p:cNvSpPr>
          <p:nvPr>
            <p:ph idx="13"/>
          </p:nvPr>
        </p:nvSpPr>
        <p:spPr/>
        <p:txBody>
          <a:bodyPr/>
          <a:lstStyle/>
          <a:p>
            <a:r>
              <a:rPr lang="en-US" dirty="0"/>
              <a:t>Building relationships is in the top priority, and law comes last -Highly collective (Hofstede), embeddedness value (Schwartz)</a:t>
            </a:r>
          </a:p>
          <a:p>
            <a:endParaRPr lang="en-GB" dirty="0"/>
          </a:p>
          <a:p>
            <a:r>
              <a:rPr lang="en-US" dirty="0"/>
              <a:t>Real power is concentrated at the top; not easy to meet and talk with higher ranking people -High power distance society (Hofstede)</a:t>
            </a:r>
          </a:p>
          <a:p>
            <a:endParaRPr lang="en-GB" dirty="0"/>
          </a:p>
          <a:p>
            <a:r>
              <a:rPr lang="en-US" dirty="0"/>
              <a:t>Committed to relationships rather than to schedules -Polychronic time orientation </a:t>
            </a:r>
          </a:p>
        </p:txBody>
      </p:sp>
    </p:spTree>
    <p:extLst>
      <p:ext uri="{BB962C8B-B14F-4D97-AF65-F5344CB8AC3E}">
        <p14:creationId xmlns:p14="http://schemas.microsoft.com/office/powerpoint/2010/main" val="8694251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36319-9EF2-3B03-1192-38FAC3EF57B2}"/>
              </a:ext>
            </a:extLst>
          </p:cNvPr>
          <p:cNvSpPr>
            <a:spLocks noGrp="1"/>
          </p:cNvSpPr>
          <p:nvPr>
            <p:ph type="title"/>
          </p:nvPr>
        </p:nvSpPr>
        <p:spPr/>
        <p:txBody>
          <a:bodyPr/>
          <a:lstStyle/>
          <a:p>
            <a:r>
              <a:rPr lang="en-GB" dirty="0"/>
              <a:t>Exercise</a:t>
            </a:r>
          </a:p>
        </p:txBody>
      </p:sp>
      <p:sp>
        <p:nvSpPr>
          <p:cNvPr id="3" name="Content Placeholder 2">
            <a:extLst>
              <a:ext uri="{FF2B5EF4-FFF2-40B4-BE49-F238E27FC236}">
                <a16:creationId xmlns:a16="http://schemas.microsoft.com/office/drawing/2014/main" id="{534FD177-D289-FD7A-760A-F4F59511136D}"/>
              </a:ext>
            </a:extLst>
          </p:cNvPr>
          <p:cNvSpPr>
            <a:spLocks noGrp="1"/>
          </p:cNvSpPr>
          <p:nvPr>
            <p:ph idx="13"/>
          </p:nvPr>
        </p:nvSpPr>
        <p:spPr/>
        <p:txBody>
          <a:bodyPr/>
          <a:lstStyle/>
          <a:p>
            <a:r>
              <a:rPr lang="en-US" dirty="0"/>
              <a:t>Given country scores on Hofstede’s cultural dimensions, what do you think would be the problems encountered by a company from country list A in networking and building relationship with clients from the country list B (even at the risk of some stereotyping and sweeping </a:t>
            </a:r>
            <a:r>
              <a:rPr lang="en-US" dirty="0" err="1"/>
              <a:t>generalisation</a:t>
            </a:r>
            <a:r>
              <a:rPr lang="en-US" dirty="0"/>
              <a:t>)?</a:t>
            </a:r>
          </a:p>
          <a:p>
            <a:endParaRPr lang="en-US" b="1" dirty="0"/>
          </a:p>
          <a:p>
            <a:r>
              <a:rPr lang="en-US" b="1" dirty="0"/>
              <a:t>Country list A –company  </a:t>
            </a:r>
            <a:r>
              <a:rPr lang="en-US" dirty="0"/>
              <a:t>	</a:t>
            </a:r>
            <a:r>
              <a:rPr lang="en-US" b="1" dirty="0"/>
              <a:t>Country list B -client</a:t>
            </a:r>
            <a:r>
              <a:rPr lang="en-US" dirty="0"/>
              <a:t>	</a:t>
            </a:r>
          </a:p>
          <a:p>
            <a:r>
              <a:rPr lang="en-GB" dirty="0"/>
              <a:t>American 				Japanese	</a:t>
            </a:r>
          </a:p>
          <a:p>
            <a:r>
              <a:rPr lang="en-GB" dirty="0"/>
              <a:t>Japanese 				French 	</a:t>
            </a:r>
          </a:p>
          <a:p>
            <a:r>
              <a:rPr lang="en-GB" dirty="0"/>
              <a:t>French 				Swedish 	</a:t>
            </a:r>
          </a:p>
          <a:p>
            <a:r>
              <a:rPr lang="en-GB" dirty="0"/>
              <a:t>Swedish 				Japanese 	</a:t>
            </a:r>
          </a:p>
          <a:p>
            <a:endParaRPr lang="en-GB" dirty="0"/>
          </a:p>
        </p:txBody>
      </p:sp>
    </p:spTree>
    <p:extLst>
      <p:ext uri="{BB962C8B-B14F-4D97-AF65-F5344CB8AC3E}">
        <p14:creationId xmlns:p14="http://schemas.microsoft.com/office/powerpoint/2010/main" val="35053827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01506F-C255-6251-546C-62469FC86150}"/>
              </a:ext>
            </a:extLst>
          </p:cNvPr>
          <p:cNvSpPr>
            <a:spLocks noGrp="1"/>
          </p:cNvSpPr>
          <p:nvPr>
            <p:ph type="title"/>
          </p:nvPr>
        </p:nvSpPr>
        <p:spPr>
          <a:xfrm>
            <a:off x="2576945" y="1333176"/>
            <a:ext cx="6885710" cy="4191647"/>
          </a:xfrm>
        </p:spPr>
        <p:txBody>
          <a:bodyPr/>
          <a:lstStyle/>
          <a:p>
            <a:r>
              <a:rPr lang="en-GB" sz="8800" dirty="0"/>
              <a:t>BREAK</a:t>
            </a:r>
            <a:br>
              <a:rPr lang="en-GB" dirty="0"/>
            </a:br>
            <a:br>
              <a:rPr lang="en-GB" dirty="0"/>
            </a:br>
            <a:r>
              <a:rPr lang="en-GB" sz="3600" dirty="0"/>
              <a:t>Please read Navigating the Cultural Minefield by Erin Meyer</a:t>
            </a:r>
            <a:br>
              <a:rPr lang="en-GB" dirty="0"/>
            </a:br>
            <a:r>
              <a:rPr lang="en-GB" sz="2000" dirty="0">
                <a:latin typeface="+mn-lt"/>
                <a:hlinkClick r:id="rId2"/>
              </a:rPr>
              <a:t>https://elevate.talis.com/glos/player/modules/66fc16b25156ddd73dcc0fa2/resources/6702998f2ce7860715744a38?page=0</a:t>
            </a:r>
            <a:endParaRPr lang="en-GB" dirty="0">
              <a:latin typeface="+mn-lt"/>
            </a:endParaRPr>
          </a:p>
        </p:txBody>
      </p:sp>
    </p:spTree>
    <p:extLst>
      <p:ext uri="{BB962C8B-B14F-4D97-AF65-F5344CB8AC3E}">
        <p14:creationId xmlns:p14="http://schemas.microsoft.com/office/powerpoint/2010/main" val="40078317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0F467-401F-F5EE-3A7A-0E8EF9F493C3}"/>
              </a:ext>
            </a:extLst>
          </p:cNvPr>
          <p:cNvSpPr>
            <a:spLocks noGrp="1"/>
          </p:cNvSpPr>
          <p:nvPr>
            <p:ph type="title"/>
          </p:nvPr>
        </p:nvSpPr>
        <p:spPr>
          <a:xfrm>
            <a:off x="836679" y="723898"/>
            <a:ext cx="6002110" cy="1495425"/>
          </a:xfrm>
        </p:spPr>
        <p:txBody>
          <a:bodyPr vert="horz" lIns="91440" tIns="45720" rIns="91440" bIns="45720" rtlCol="0" anchor="ctr">
            <a:normAutofit/>
          </a:bodyPr>
          <a:lstStyle/>
          <a:p>
            <a:r>
              <a:rPr lang="en-US" sz="4000" dirty="0">
                <a:latin typeface="+mj-lt"/>
                <a:ea typeface="+mj-ea"/>
              </a:rPr>
              <a:t>The culture Map by Erin Meyer</a:t>
            </a:r>
          </a:p>
        </p:txBody>
      </p:sp>
      <p:sp>
        <p:nvSpPr>
          <p:cNvPr id="4" name="Content Placeholder 3">
            <a:extLst>
              <a:ext uri="{FF2B5EF4-FFF2-40B4-BE49-F238E27FC236}">
                <a16:creationId xmlns:a16="http://schemas.microsoft.com/office/drawing/2014/main" id="{775B3A15-48E4-F558-A6F4-DD2EC05C5BDE}"/>
              </a:ext>
            </a:extLst>
          </p:cNvPr>
          <p:cNvSpPr>
            <a:spLocks noGrp="1"/>
          </p:cNvSpPr>
          <p:nvPr>
            <p:ph idx="13"/>
          </p:nvPr>
        </p:nvSpPr>
        <p:spPr>
          <a:xfrm>
            <a:off x="836680" y="2405067"/>
            <a:ext cx="6002110" cy="3729034"/>
          </a:xfrm>
        </p:spPr>
        <p:txBody>
          <a:bodyPr vert="horz" lIns="91440" tIns="45720" rIns="91440" bIns="45720" rtlCol="0">
            <a:normAutofit/>
          </a:bodyPr>
          <a:lstStyle/>
          <a:p>
            <a:pPr marL="228600" indent="0">
              <a:lnSpc>
                <a:spcPct val="90000"/>
              </a:lnSpc>
              <a:buNone/>
            </a:pPr>
            <a:r>
              <a:rPr lang="en-US" sz="2000" dirty="0">
                <a:latin typeface="+mn-lt"/>
                <a:ea typeface="+mn-ea"/>
                <a:cs typeface="+mn-cs"/>
              </a:rPr>
              <a:t>8 Dimensions</a:t>
            </a:r>
          </a:p>
          <a:p>
            <a:pPr indent="-228600">
              <a:lnSpc>
                <a:spcPct val="90000"/>
              </a:lnSpc>
            </a:pPr>
            <a:r>
              <a:rPr lang="en-US" sz="2000" dirty="0">
                <a:latin typeface="+mn-lt"/>
                <a:ea typeface="+mn-ea"/>
                <a:cs typeface="+mn-cs"/>
              </a:rPr>
              <a:t>Communicating</a:t>
            </a:r>
          </a:p>
          <a:p>
            <a:pPr indent="-228600">
              <a:lnSpc>
                <a:spcPct val="90000"/>
              </a:lnSpc>
            </a:pPr>
            <a:r>
              <a:rPr lang="en-US" sz="2000" dirty="0">
                <a:latin typeface="+mn-lt"/>
                <a:ea typeface="+mn-ea"/>
                <a:cs typeface="+mn-cs"/>
              </a:rPr>
              <a:t>Evaluating</a:t>
            </a:r>
          </a:p>
          <a:p>
            <a:pPr indent="-228600">
              <a:lnSpc>
                <a:spcPct val="90000"/>
              </a:lnSpc>
            </a:pPr>
            <a:r>
              <a:rPr lang="en-US" sz="2000" dirty="0">
                <a:latin typeface="+mn-lt"/>
                <a:ea typeface="+mn-ea"/>
                <a:cs typeface="+mn-cs"/>
              </a:rPr>
              <a:t>Persuading</a:t>
            </a:r>
          </a:p>
          <a:p>
            <a:pPr indent="-228600">
              <a:lnSpc>
                <a:spcPct val="90000"/>
              </a:lnSpc>
            </a:pPr>
            <a:r>
              <a:rPr lang="en-US" sz="2000" dirty="0">
                <a:latin typeface="+mn-lt"/>
                <a:ea typeface="+mn-ea"/>
                <a:cs typeface="+mn-cs"/>
              </a:rPr>
              <a:t>Leading</a:t>
            </a:r>
          </a:p>
          <a:p>
            <a:pPr indent="-228600">
              <a:lnSpc>
                <a:spcPct val="90000"/>
              </a:lnSpc>
            </a:pPr>
            <a:r>
              <a:rPr lang="en-US" sz="2000" dirty="0">
                <a:latin typeface="+mn-lt"/>
                <a:ea typeface="+mn-ea"/>
                <a:cs typeface="+mn-cs"/>
              </a:rPr>
              <a:t>Deciding</a:t>
            </a:r>
          </a:p>
          <a:p>
            <a:pPr indent="-228600">
              <a:lnSpc>
                <a:spcPct val="90000"/>
              </a:lnSpc>
            </a:pPr>
            <a:r>
              <a:rPr lang="en-US" sz="2000" dirty="0">
                <a:latin typeface="+mn-lt"/>
                <a:ea typeface="+mn-ea"/>
                <a:cs typeface="+mn-cs"/>
              </a:rPr>
              <a:t>Trusting</a:t>
            </a:r>
          </a:p>
          <a:p>
            <a:pPr indent="-228600">
              <a:lnSpc>
                <a:spcPct val="90000"/>
              </a:lnSpc>
            </a:pPr>
            <a:r>
              <a:rPr lang="en-US" sz="2000" dirty="0">
                <a:latin typeface="+mn-lt"/>
                <a:ea typeface="+mn-ea"/>
                <a:cs typeface="+mn-cs"/>
              </a:rPr>
              <a:t>Disagreeing</a:t>
            </a:r>
          </a:p>
          <a:p>
            <a:pPr indent="-228600">
              <a:lnSpc>
                <a:spcPct val="90000"/>
              </a:lnSpc>
            </a:pPr>
            <a:r>
              <a:rPr lang="en-US" sz="2000" dirty="0">
                <a:latin typeface="+mn-lt"/>
                <a:ea typeface="+mn-ea"/>
                <a:cs typeface="+mn-cs"/>
              </a:rPr>
              <a:t>Scheduling</a:t>
            </a:r>
          </a:p>
        </p:txBody>
      </p:sp>
      <p:pic>
        <p:nvPicPr>
          <p:cNvPr id="2050" name="Picture 2" descr="The Culture Map: Decoding How People Think, Lead, and Get Things Done  Across Cultures">
            <a:extLst>
              <a:ext uri="{FF2B5EF4-FFF2-40B4-BE49-F238E27FC236}">
                <a16:creationId xmlns:a16="http://schemas.microsoft.com/office/drawing/2014/main" id="{6B1C1309-AE37-8FDD-EE08-945D668ED9D4}"/>
              </a:ext>
            </a:extLst>
          </p:cNvPr>
          <p:cNvPicPr>
            <a:picLocks noGrp="1" noChangeAspect="1" noChangeArrowheads="1"/>
          </p:cNvPicPr>
          <p:nvPr>
            <p:ph type="pic" sz="quarter" idx="24"/>
          </p:nvPr>
        </p:nvPicPr>
        <p:blipFill>
          <a:blip r:embed="rId2">
            <a:extLst>
              <a:ext uri="{28A0092B-C50C-407E-A947-70E740481C1C}">
                <a14:useLocalDpi xmlns:a14="http://schemas.microsoft.com/office/drawing/2010/main" val="0"/>
              </a:ext>
            </a:extLst>
          </a:blip>
          <a:srcRect r="-1" b="9682"/>
          <a:stretch/>
        </p:blipFill>
        <p:spPr bwMode="auto">
          <a:xfrm>
            <a:off x="7199440" y="10"/>
            <a:ext cx="4992560" cy="685799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69959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graph of different colored bars&#10;&#10;Description automatically generated">
            <a:extLst>
              <a:ext uri="{FF2B5EF4-FFF2-40B4-BE49-F238E27FC236}">
                <a16:creationId xmlns:a16="http://schemas.microsoft.com/office/drawing/2014/main" id="{6BFDC230-FDF5-819A-2FDD-27E947419815}"/>
              </a:ext>
            </a:extLst>
          </p:cNvPr>
          <p:cNvPicPr>
            <a:picLocks noGrp="1" noChangeAspect="1"/>
          </p:cNvPicPr>
          <p:nvPr>
            <p:ph type="pic" sz="quarter" idx="24"/>
          </p:nvPr>
        </p:nvPicPr>
        <p:blipFill>
          <a:blip r:embed="rId2"/>
          <a:stretch/>
        </p:blipFill>
        <p:spPr>
          <a:xfrm>
            <a:off x="120650" y="232188"/>
            <a:ext cx="11950700" cy="6393624"/>
          </a:xfrm>
          <a:prstGeom prst="rect">
            <a:avLst/>
          </a:prstGeom>
          <a:noFill/>
        </p:spPr>
      </p:pic>
      <p:sp>
        <p:nvSpPr>
          <p:cNvPr id="9" name="TextBox 8">
            <a:extLst>
              <a:ext uri="{FF2B5EF4-FFF2-40B4-BE49-F238E27FC236}">
                <a16:creationId xmlns:a16="http://schemas.microsoft.com/office/drawing/2014/main" id="{417DA0B3-7787-30A0-6417-764B867A53B1}"/>
              </a:ext>
            </a:extLst>
          </p:cNvPr>
          <p:cNvSpPr txBox="1"/>
          <p:nvPr/>
        </p:nvSpPr>
        <p:spPr>
          <a:xfrm>
            <a:off x="6719455" y="6227986"/>
            <a:ext cx="5351895" cy="523220"/>
          </a:xfrm>
          <a:prstGeom prst="rect">
            <a:avLst/>
          </a:prstGeom>
          <a:noFill/>
        </p:spPr>
        <p:txBody>
          <a:bodyPr wrap="square">
            <a:spAutoFit/>
          </a:bodyPr>
          <a:lstStyle/>
          <a:p>
            <a:r>
              <a:rPr lang="en-GB" sz="1400" dirty="0"/>
              <a:t>https://www.theculturefactor.com/country-comparison-tool?countries=china%2Cgermany%2Cjapan%2Cunited+kingdom</a:t>
            </a:r>
          </a:p>
        </p:txBody>
      </p:sp>
    </p:spTree>
    <p:extLst>
      <p:ext uri="{BB962C8B-B14F-4D97-AF65-F5344CB8AC3E}">
        <p14:creationId xmlns:p14="http://schemas.microsoft.com/office/powerpoint/2010/main" val="3351464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 chart with colorful dots&#10;&#10;Description automatically generated">
            <a:extLst>
              <a:ext uri="{FF2B5EF4-FFF2-40B4-BE49-F238E27FC236}">
                <a16:creationId xmlns:a16="http://schemas.microsoft.com/office/drawing/2014/main" id="{A5F00929-19E4-238E-6C72-B133674449EA}"/>
              </a:ext>
            </a:extLst>
          </p:cNvPr>
          <p:cNvPicPr>
            <a:picLocks noGrp="1" noChangeAspect="1" noChangeArrowheads="1"/>
          </p:cNvPicPr>
          <p:nvPr>
            <p:ph type="pic" sz="quarter" idx="24"/>
          </p:nvPr>
        </p:nvPicPr>
        <p:blipFill>
          <a:blip r:embed="rId2">
            <a:extLst>
              <a:ext uri="{28A0092B-C50C-407E-A947-70E740481C1C}">
                <a14:useLocalDpi xmlns:a14="http://schemas.microsoft.com/office/drawing/2010/main" val="0"/>
              </a:ext>
            </a:extLst>
          </a:blip>
          <a:stretch/>
        </p:blipFill>
        <p:spPr bwMode="auto">
          <a:xfrm>
            <a:off x="225716" y="68263"/>
            <a:ext cx="11740567" cy="6721475"/>
          </a:xfrm>
          <a:prstGeom prst="rect">
            <a:avLst/>
          </a:prstGeom>
          <a:solidFill>
            <a:srgbClr val="FFFFFF"/>
          </a:solidFill>
        </p:spPr>
      </p:pic>
    </p:spTree>
    <p:extLst>
      <p:ext uri="{BB962C8B-B14F-4D97-AF65-F5344CB8AC3E}">
        <p14:creationId xmlns:p14="http://schemas.microsoft.com/office/powerpoint/2010/main" val="39095718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FAEAD-68A0-46F6-D34F-5ADDC8727BC6}"/>
              </a:ext>
            </a:extLst>
          </p:cNvPr>
          <p:cNvSpPr>
            <a:spLocks noGrp="1"/>
          </p:cNvSpPr>
          <p:nvPr>
            <p:ph type="title"/>
          </p:nvPr>
        </p:nvSpPr>
        <p:spPr/>
        <p:txBody>
          <a:bodyPr/>
          <a:lstStyle/>
          <a:p>
            <a:r>
              <a:rPr lang="en-GB" dirty="0"/>
              <a:t>Individual activity</a:t>
            </a:r>
          </a:p>
        </p:txBody>
      </p:sp>
      <p:sp>
        <p:nvSpPr>
          <p:cNvPr id="3" name="Content Placeholder 2">
            <a:extLst>
              <a:ext uri="{FF2B5EF4-FFF2-40B4-BE49-F238E27FC236}">
                <a16:creationId xmlns:a16="http://schemas.microsoft.com/office/drawing/2014/main" id="{1F1C3BC4-657D-AD05-E9F6-A9DF2DF97433}"/>
              </a:ext>
            </a:extLst>
          </p:cNvPr>
          <p:cNvSpPr>
            <a:spLocks noGrp="1"/>
          </p:cNvSpPr>
          <p:nvPr>
            <p:ph idx="13"/>
          </p:nvPr>
        </p:nvSpPr>
        <p:spPr/>
        <p:txBody>
          <a:bodyPr/>
          <a:lstStyle/>
          <a:p>
            <a:r>
              <a:rPr lang="en-GB" dirty="0"/>
              <a:t>Using your new knowledge of cultural dimensions and country cultures consider 3 country cultures that you would like to put forward for the assessment.</a:t>
            </a:r>
          </a:p>
          <a:p>
            <a:endParaRPr lang="en-GB" dirty="0"/>
          </a:p>
          <a:p>
            <a:r>
              <a:rPr lang="en-GB" dirty="0"/>
              <a:t>Be prepared to justify your selections to your group in the next activity.</a:t>
            </a:r>
          </a:p>
          <a:p>
            <a:endParaRPr lang="en-GB" dirty="0"/>
          </a:p>
          <a:p>
            <a:r>
              <a:rPr lang="en-GB" dirty="0">
                <a:hlinkClick r:id="rId2"/>
              </a:rPr>
              <a:t>https://www.theculturefactor.com/</a:t>
            </a:r>
            <a:endParaRPr lang="en-GB" dirty="0"/>
          </a:p>
        </p:txBody>
      </p:sp>
    </p:spTree>
    <p:extLst>
      <p:ext uri="{BB962C8B-B14F-4D97-AF65-F5344CB8AC3E}">
        <p14:creationId xmlns:p14="http://schemas.microsoft.com/office/powerpoint/2010/main" val="42824647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5201B-5716-B542-3ECB-5E9F62D224EF}"/>
              </a:ext>
            </a:extLst>
          </p:cNvPr>
          <p:cNvSpPr>
            <a:spLocks noGrp="1"/>
          </p:cNvSpPr>
          <p:nvPr>
            <p:ph type="title"/>
          </p:nvPr>
        </p:nvSpPr>
        <p:spPr/>
        <p:txBody>
          <a:bodyPr/>
          <a:lstStyle/>
          <a:p>
            <a:r>
              <a:rPr lang="en-GB" dirty="0"/>
              <a:t>Activity</a:t>
            </a:r>
          </a:p>
        </p:txBody>
      </p:sp>
      <p:sp>
        <p:nvSpPr>
          <p:cNvPr id="3" name="Content Placeholder 2">
            <a:extLst>
              <a:ext uri="{FF2B5EF4-FFF2-40B4-BE49-F238E27FC236}">
                <a16:creationId xmlns:a16="http://schemas.microsoft.com/office/drawing/2014/main" id="{B53EBDC8-161F-5B23-66CA-299CC774833E}"/>
              </a:ext>
            </a:extLst>
          </p:cNvPr>
          <p:cNvSpPr>
            <a:spLocks noGrp="1"/>
          </p:cNvSpPr>
          <p:nvPr>
            <p:ph idx="13"/>
          </p:nvPr>
        </p:nvSpPr>
        <p:spPr/>
        <p:txBody>
          <a:bodyPr/>
          <a:lstStyle/>
          <a:p>
            <a:r>
              <a:rPr lang="en-GB" dirty="0"/>
              <a:t>In groups</a:t>
            </a:r>
          </a:p>
          <a:p>
            <a:r>
              <a:rPr lang="en-GB" dirty="0"/>
              <a:t>Discuss your individual suggestions for the country cultures we should use for the assessment.</a:t>
            </a:r>
          </a:p>
          <a:p>
            <a:r>
              <a:rPr lang="en-GB" dirty="0"/>
              <a:t>Consider the different cultural dimension we have covered today as well as the dynamic that can be formed between cultures.</a:t>
            </a:r>
          </a:p>
          <a:p>
            <a:endParaRPr lang="en-GB" dirty="0"/>
          </a:p>
          <a:p>
            <a:r>
              <a:rPr lang="en-GB" dirty="0"/>
              <a:t>As a group select 3 cultures to submit to the class. Please makes sure that these country cultures can be found on </a:t>
            </a:r>
            <a:r>
              <a:rPr lang="en-GB" dirty="0">
                <a:hlinkClick r:id="rId2"/>
              </a:rPr>
              <a:t>https://www.theculturefactor.com/</a:t>
            </a:r>
            <a:r>
              <a:rPr lang="en-GB" dirty="0"/>
              <a:t> </a:t>
            </a:r>
          </a:p>
        </p:txBody>
      </p:sp>
    </p:spTree>
    <p:extLst>
      <p:ext uri="{BB962C8B-B14F-4D97-AF65-F5344CB8AC3E}">
        <p14:creationId xmlns:p14="http://schemas.microsoft.com/office/powerpoint/2010/main" val="17591333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DE37EE8-8EFC-307C-95F1-3E3644D00491}"/>
              </a:ext>
            </a:extLst>
          </p:cNvPr>
          <p:cNvSpPr>
            <a:spLocks noGrp="1"/>
          </p:cNvSpPr>
          <p:nvPr>
            <p:ph type="title"/>
          </p:nvPr>
        </p:nvSpPr>
        <p:spPr>
          <a:xfrm>
            <a:off x="222187" y="958362"/>
            <a:ext cx="6427519" cy="4941275"/>
          </a:xfrm>
        </p:spPr>
        <p:txBody>
          <a:bodyPr/>
          <a:lstStyle/>
          <a:p>
            <a:r>
              <a:rPr lang="en-GB" dirty="0"/>
              <a:t>As a group Submit your 3 country culture choices here</a:t>
            </a:r>
            <a:br>
              <a:rPr lang="en-GB" dirty="0"/>
            </a:br>
            <a:endParaRPr lang="en-GB" dirty="0"/>
          </a:p>
        </p:txBody>
      </p:sp>
      <p:pic>
        <p:nvPicPr>
          <p:cNvPr id="3073" name="Picture 1" descr="QRCode for BM7703 Country Culture suggestions for assessment">
            <a:extLst>
              <a:ext uri="{FF2B5EF4-FFF2-40B4-BE49-F238E27FC236}">
                <a16:creationId xmlns:a16="http://schemas.microsoft.com/office/drawing/2014/main" id="{93FA0D93-6A94-8A3B-012A-CF68512339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9706" y="958362"/>
            <a:ext cx="4818352" cy="481835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958D5C66-BA8F-60D8-D648-7B03334AE3C9}"/>
              </a:ext>
            </a:extLst>
          </p:cNvPr>
          <p:cNvSpPr>
            <a:spLocks noChangeArrowheads="1"/>
          </p:cNvSpPr>
          <p:nvPr/>
        </p:nvSpPr>
        <p:spPr bwMode="auto">
          <a:xfrm flipV="1">
            <a:off x="2410691" y="-1262486"/>
            <a:ext cx="7625544"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rgbClr val="21212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8D1CAD13-0AF8-FB98-981C-3A9ED40A42C2}"/>
              </a:ext>
            </a:extLst>
          </p:cNvPr>
          <p:cNvSpPr txBox="1"/>
          <p:nvPr/>
        </p:nvSpPr>
        <p:spPr>
          <a:xfrm>
            <a:off x="318693" y="4415042"/>
            <a:ext cx="6109854" cy="369332"/>
          </a:xfrm>
          <a:prstGeom prst="rect">
            <a:avLst/>
          </a:prstGeom>
          <a:noFill/>
        </p:spPr>
        <p:txBody>
          <a:bodyPr wrap="square">
            <a:spAutoFit/>
          </a:bodyPr>
          <a:lstStyle/>
          <a:p>
            <a:r>
              <a:rPr lang="en-GB" dirty="0"/>
              <a:t>https://forms.office.com/e/kG4UrVGS5Q?origin=lprLink</a:t>
            </a:r>
          </a:p>
        </p:txBody>
      </p:sp>
    </p:spTree>
    <p:extLst>
      <p:ext uri="{BB962C8B-B14F-4D97-AF65-F5344CB8AC3E}">
        <p14:creationId xmlns:p14="http://schemas.microsoft.com/office/powerpoint/2010/main" val="39165936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BA3E17-58E7-2770-F183-80A041D68470}"/>
              </a:ext>
            </a:extLst>
          </p:cNvPr>
          <p:cNvSpPr>
            <a:spLocks noGrp="1"/>
          </p:cNvSpPr>
          <p:nvPr>
            <p:ph type="title"/>
          </p:nvPr>
        </p:nvSpPr>
        <p:spPr/>
        <p:txBody>
          <a:bodyPr/>
          <a:lstStyle/>
          <a:p>
            <a:r>
              <a:rPr lang="en-GB" dirty="0"/>
              <a:t>Outcomes of today’s session</a:t>
            </a:r>
          </a:p>
        </p:txBody>
      </p:sp>
      <p:sp>
        <p:nvSpPr>
          <p:cNvPr id="3" name="Content Placeholder 2">
            <a:extLst>
              <a:ext uri="{FF2B5EF4-FFF2-40B4-BE49-F238E27FC236}">
                <a16:creationId xmlns:a16="http://schemas.microsoft.com/office/drawing/2014/main" id="{B12A5340-1060-C4B5-12C3-0F158365C01D}"/>
              </a:ext>
            </a:extLst>
          </p:cNvPr>
          <p:cNvSpPr>
            <a:spLocks noGrp="1"/>
          </p:cNvSpPr>
          <p:nvPr>
            <p:ph idx="13"/>
          </p:nvPr>
        </p:nvSpPr>
        <p:spPr/>
        <p:txBody>
          <a:bodyPr/>
          <a:lstStyle/>
          <a:p>
            <a:r>
              <a:rPr lang="en-GB" dirty="0"/>
              <a:t>Today we have learnt about some different theories of cultural values and looked at how these can affect our behaviour. We have covered:</a:t>
            </a:r>
          </a:p>
          <a:p>
            <a:r>
              <a:rPr lang="en-GB" dirty="0"/>
              <a:t>	-Hofstede</a:t>
            </a:r>
          </a:p>
          <a:p>
            <a:r>
              <a:rPr lang="en-GB" dirty="0"/>
              <a:t>	-Schwartz</a:t>
            </a:r>
          </a:p>
          <a:p>
            <a:r>
              <a:rPr lang="en-GB" dirty="0"/>
              <a:t>	-</a:t>
            </a:r>
            <a:r>
              <a:rPr lang="en-GB" dirty="0" err="1"/>
              <a:t>Trompenaar</a:t>
            </a:r>
            <a:endParaRPr lang="en-GB" dirty="0"/>
          </a:p>
          <a:p>
            <a:r>
              <a:rPr lang="en-GB" dirty="0"/>
              <a:t>	-Meyer</a:t>
            </a:r>
          </a:p>
          <a:p>
            <a:endParaRPr lang="en-GB" dirty="0"/>
          </a:p>
          <a:p>
            <a:r>
              <a:rPr lang="en-GB" dirty="0"/>
              <a:t>These link to your learning outcomes for this module and will underpin your understanding and critical evaluation needed for your assessment.</a:t>
            </a:r>
          </a:p>
        </p:txBody>
      </p:sp>
    </p:spTree>
    <p:extLst>
      <p:ext uri="{BB962C8B-B14F-4D97-AF65-F5344CB8AC3E}">
        <p14:creationId xmlns:p14="http://schemas.microsoft.com/office/powerpoint/2010/main" val="1559004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0243D-B91B-E4CB-343F-36D645CB391E}"/>
              </a:ext>
            </a:extLst>
          </p:cNvPr>
          <p:cNvSpPr>
            <a:spLocks noGrp="1"/>
          </p:cNvSpPr>
          <p:nvPr>
            <p:ph type="title"/>
          </p:nvPr>
        </p:nvSpPr>
        <p:spPr/>
        <p:txBody>
          <a:bodyPr/>
          <a:lstStyle/>
          <a:p>
            <a:r>
              <a:rPr lang="en-GB" dirty="0"/>
              <a:t>Group discussion</a:t>
            </a:r>
          </a:p>
        </p:txBody>
      </p:sp>
      <p:sp>
        <p:nvSpPr>
          <p:cNvPr id="3" name="Content Placeholder 2">
            <a:extLst>
              <a:ext uri="{FF2B5EF4-FFF2-40B4-BE49-F238E27FC236}">
                <a16:creationId xmlns:a16="http://schemas.microsoft.com/office/drawing/2014/main" id="{E679EABE-3957-85EF-6A37-2CFCD3645B87}"/>
              </a:ext>
            </a:extLst>
          </p:cNvPr>
          <p:cNvSpPr>
            <a:spLocks noGrp="1"/>
          </p:cNvSpPr>
          <p:nvPr>
            <p:ph idx="13"/>
          </p:nvPr>
        </p:nvSpPr>
        <p:spPr/>
        <p:txBody>
          <a:bodyPr/>
          <a:lstStyle/>
          <a:p>
            <a:pPr marL="342900" indent="-342900">
              <a:buFont typeface="Arial" panose="020B0604020202020204" pitchFamily="34" charset="0"/>
              <a:buChar char="•"/>
            </a:pPr>
            <a:r>
              <a:rPr lang="en-US" dirty="0"/>
              <a:t>How do you build relationships in your culture? </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r>
              <a:rPr lang="en-US" dirty="0"/>
              <a:t>What do you do to build, maintain and secure the relationship?</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r>
              <a:rPr lang="en-US" dirty="0"/>
              <a:t>Your experience in building relationship with people from other culture.</a:t>
            </a:r>
          </a:p>
          <a:p>
            <a:endParaRPr lang="en-GB" dirty="0"/>
          </a:p>
        </p:txBody>
      </p:sp>
    </p:spTree>
    <p:extLst>
      <p:ext uri="{BB962C8B-B14F-4D97-AF65-F5344CB8AC3E}">
        <p14:creationId xmlns:p14="http://schemas.microsoft.com/office/powerpoint/2010/main" val="1049388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D8562-6FDE-F18C-754F-3F94373A7BA2}"/>
              </a:ext>
            </a:extLst>
          </p:cNvPr>
          <p:cNvSpPr>
            <a:spLocks noGrp="1"/>
          </p:cNvSpPr>
          <p:nvPr>
            <p:ph type="title"/>
          </p:nvPr>
        </p:nvSpPr>
        <p:spPr/>
        <p:txBody>
          <a:bodyPr/>
          <a:lstStyle/>
          <a:p>
            <a:r>
              <a:rPr lang="en-US" sz="4000" dirty="0"/>
              <a:t>Cross-cultural Relationship Building-with employees from different cultures</a:t>
            </a:r>
            <a:br>
              <a:rPr lang="en-US" dirty="0"/>
            </a:br>
            <a:endParaRPr lang="en-GB" dirty="0"/>
          </a:p>
        </p:txBody>
      </p:sp>
      <p:sp>
        <p:nvSpPr>
          <p:cNvPr id="3" name="Content Placeholder 2">
            <a:extLst>
              <a:ext uri="{FF2B5EF4-FFF2-40B4-BE49-F238E27FC236}">
                <a16:creationId xmlns:a16="http://schemas.microsoft.com/office/drawing/2014/main" id="{925EA472-B7DE-66B5-34AE-20033C19AA9F}"/>
              </a:ext>
            </a:extLst>
          </p:cNvPr>
          <p:cNvSpPr>
            <a:spLocks noGrp="1"/>
          </p:cNvSpPr>
          <p:nvPr>
            <p:ph idx="13"/>
          </p:nvPr>
        </p:nvSpPr>
        <p:spPr/>
        <p:txBody>
          <a:bodyPr/>
          <a:lstStyle/>
          <a:p>
            <a:r>
              <a:rPr lang="en-US" dirty="0"/>
              <a:t>British manager A has been working in host country for few years and has built good relationships with local counterparts in the joint venture company</a:t>
            </a:r>
          </a:p>
          <a:p>
            <a:r>
              <a:rPr lang="en-US" i="1" dirty="0"/>
              <a:t>“It is very clear to me that they put family interests in a very high position on the list of personal frameworks for making decisions. The company for them is in a much lower order of importance. People make decisions based on this issue and I need to adapt my thinking and mind-set for it … One senior local manager asked me once personally if I could provide a job for his nephew.”</a:t>
            </a:r>
            <a:endParaRPr lang="en-US" dirty="0"/>
          </a:p>
          <a:p>
            <a:endParaRPr lang="en-US" dirty="0"/>
          </a:p>
          <a:p>
            <a:r>
              <a:rPr lang="en-US" dirty="0"/>
              <a:t>What are the cultural issues illustrated here? Which Hofstede’s culture dimension can be used to explain the cultural differences in this case?</a:t>
            </a:r>
            <a:endParaRPr lang="en-GB" dirty="0"/>
          </a:p>
          <a:p>
            <a:endParaRPr lang="en-GB" dirty="0"/>
          </a:p>
        </p:txBody>
      </p:sp>
    </p:spTree>
    <p:extLst>
      <p:ext uri="{BB962C8B-B14F-4D97-AF65-F5344CB8AC3E}">
        <p14:creationId xmlns:p14="http://schemas.microsoft.com/office/powerpoint/2010/main" val="2688195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7B80A-7AE9-7E37-45B9-C6B723F4D12E}"/>
              </a:ext>
            </a:extLst>
          </p:cNvPr>
          <p:cNvSpPr>
            <a:spLocks noGrp="1"/>
          </p:cNvSpPr>
          <p:nvPr>
            <p:ph type="title"/>
          </p:nvPr>
        </p:nvSpPr>
        <p:spPr/>
        <p:txBody>
          <a:bodyPr/>
          <a:lstStyle/>
          <a:p>
            <a:r>
              <a:rPr lang="en-US" sz="4000" dirty="0"/>
              <a:t>Relationship Building in Highly Collective Societies</a:t>
            </a:r>
            <a:endParaRPr lang="en-GB" sz="4000" dirty="0"/>
          </a:p>
        </p:txBody>
      </p:sp>
      <p:sp>
        <p:nvSpPr>
          <p:cNvPr id="3" name="Content Placeholder 2">
            <a:extLst>
              <a:ext uri="{FF2B5EF4-FFF2-40B4-BE49-F238E27FC236}">
                <a16:creationId xmlns:a16="http://schemas.microsoft.com/office/drawing/2014/main" id="{9E81D14A-C0C0-E0FA-2EDD-22F45B6AF330}"/>
              </a:ext>
            </a:extLst>
          </p:cNvPr>
          <p:cNvSpPr>
            <a:spLocks noGrp="1"/>
          </p:cNvSpPr>
          <p:nvPr>
            <p:ph idx="13"/>
          </p:nvPr>
        </p:nvSpPr>
        <p:spPr/>
        <p:txBody>
          <a:bodyPr/>
          <a:lstStyle/>
          <a:p>
            <a:pPr marL="342900" indent="-342900">
              <a:buFont typeface="Arial" panose="020B0604020202020204" pitchFamily="34" charset="0"/>
              <a:buChar char="•"/>
            </a:pPr>
            <a:r>
              <a:rPr lang="en-US" sz="1800" dirty="0"/>
              <a:t>Clearly distinguish between members of in-group and those of the out-group; individuals expect their groups to care for them in exchange for unquestioning loyalty</a:t>
            </a:r>
            <a:endParaRPr lang="en-GB" sz="1800" dirty="0"/>
          </a:p>
          <a:p>
            <a:pPr marL="342900" indent="-342900">
              <a:buFont typeface="Arial" panose="020B0604020202020204" pitchFamily="34" charset="0"/>
              <a:buChar char="•"/>
            </a:pPr>
            <a:r>
              <a:rPr lang="en-US" sz="1800" dirty="0"/>
              <a:t>People act in the interests of the group; </a:t>
            </a:r>
            <a:r>
              <a:rPr lang="en-US" sz="1800" dirty="0" err="1"/>
              <a:t>prioritise</a:t>
            </a:r>
            <a:r>
              <a:rPr lang="en-US" sz="1800" dirty="0"/>
              <a:t> in-group goals, and connected relationships</a:t>
            </a:r>
            <a:endParaRPr lang="en-GB" sz="1800" dirty="0"/>
          </a:p>
          <a:p>
            <a:pPr marL="342900" indent="-342900">
              <a:buFont typeface="Arial" panose="020B0604020202020204" pitchFamily="34" charset="0"/>
              <a:buChar char="•"/>
            </a:pPr>
            <a:r>
              <a:rPr lang="en-US" sz="1800" dirty="0"/>
              <a:t>In-group considerations affect hiring and promotions with closer in-groups (such as family) and get preferential treatment</a:t>
            </a:r>
            <a:endParaRPr lang="en-GB" sz="1800" dirty="0"/>
          </a:p>
          <a:p>
            <a:pPr marL="342900" indent="-342900">
              <a:buFont typeface="Arial" panose="020B0604020202020204" pitchFamily="34" charset="0"/>
              <a:buChar char="•"/>
            </a:pPr>
            <a:r>
              <a:rPr lang="en-US" sz="1800" dirty="0"/>
              <a:t>Employee commitment to the organization  is low, but not necessarily to the people in the organization. </a:t>
            </a:r>
            <a:endParaRPr lang="en-GB" sz="1800" dirty="0"/>
          </a:p>
          <a:p>
            <a:pPr marL="342900" indent="-342900">
              <a:buFont typeface="Arial" panose="020B0604020202020204" pitchFamily="34" charset="0"/>
              <a:buChar char="•"/>
            </a:pPr>
            <a:r>
              <a:rPr lang="en-US" sz="1800" dirty="0"/>
              <a:t>Recruitment and promotion opportunities tend to be more dependent on seniority, ethnicity, gender, religion, or birth -</a:t>
            </a:r>
            <a:r>
              <a:rPr lang="en-US" sz="1800" i="1" dirty="0"/>
              <a:t>Ascription</a:t>
            </a:r>
            <a:r>
              <a:rPr lang="en-US" sz="1800" dirty="0"/>
              <a:t>(Trompenaars)</a:t>
            </a:r>
          </a:p>
          <a:p>
            <a:endParaRPr lang="en-GB" sz="1800" dirty="0"/>
          </a:p>
          <a:p>
            <a:r>
              <a:rPr lang="en-US" sz="1800" i="1" dirty="0"/>
              <a:t>What does this mean to anyone from low collective / individualistic society?</a:t>
            </a:r>
            <a:endParaRPr lang="en-US" sz="1800" dirty="0"/>
          </a:p>
          <a:p>
            <a:endParaRPr lang="en-GB" sz="1800" dirty="0"/>
          </a:p>
        </p:txBody>
      </p:sp>
    </p:spTree>
    <p:extLst>
      <p:ext uri="{BB962C8B-B14F-4D97-AF65-F5344CB8AC3E}">
        <p14:creationId xmlns:p14="http://schemas.microsoft.com/office/powerpoint/2010/main" val="27636072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A4447-2814-EDF8-A75B-08B158C75127}"/>
              </a:ext>
            </a:extLst>
          </p:cNvPr>
          <p:cNvSpPr>
            <a:spLocks noGrp="1"/>
          </p:cNvSpPr>
          <p:nvPr>
            <p:ph type="title"/>
          </p:nvPr>
        </p:nvSpPr>
        <p:spPr/>
        <p:txBody>
          <a:bodyPr/>
          <a:lstStyle/>
          <a:p>
            <a:r>
              <a:rPr lang="en-US" sz="3600" dirty="0"/>
              <a:t>Cross-cultural Relationship Building-with business partners /clients / government</a:t>
            </a:r>
            <a:endParaRPr lang="en-GB" sz="3600" dirty="0"/>
          </a:p>
        </p:txBody>
      </p:sp>
      <p:sp>
        <p:nvSpPr>
          <p:cNvPr id="3" name="Content Placeholder 2">
            <a:extLst>
              <a:ext uri="{FF2B5EF4-FFF2-40B4-BE49-F238E27FC236}">
                <a16:creationId xmlns:a16="http://schemas.microsoft.com/office/drawing/2014/main" id="{DBFE2F82-A3D5-1357-3EE5-4F6C12426CDD}"/>
              </a:ext>
            </a:extLst>
          </p:cNvPr>
          <p:cNvSpPr>
            <a:spLocks noGrp="1"/>
          </p:cNvSpPr>
          <p:nvPr>
            <p:ph idx="13"/>
          </p:nvPr>
        </p:nvSpPr>
        <p:spPr/>
        <p:txBody>
          <a:bodyPr/>
          <a:lstStyle/>
          <a:p>
            <a:r>
              <a:rPr lang="en-US" dirty="0">
                <a:latin typeface="+mn-lt"/>
              </a:rPr>
              <a:t>Local manager A who works for British MNC </a:t>
            </a:r>
          </a:p>
          <a:p>
            <a:r>
              <a:rPr lang="en-US" dirty="0">
                <a:latin typeface="+mn-lt"/>
              </a:rPr>
              <a:t>“If you want someone to sit down and listen to you talk about your business, you have to invest something on building the relationship before you can do it … The most important issue is whether it is good for the business. It is a matter of cost-benefit. I often tell my boss if I spend 1000 RMB [£77] to buy a gift and give it to one government official, it is for relationship building. Because he can approve me or our company’s operation, we can get things done 3 months earlier. Of course, I don’t have to do that. You can just wait for 3 months, then you lose 3 months business opportunities.” </a:t>
            </a:r>
          </a:p>
          <a:p>
            <a:endParaRPr lang="en-US" dirty="0">
              <a:latin typeface="+mn-lt"/>
            </a:endParaRPr>
          </a:p>
          <a:p>
            <a:r>
              <a:rPr lang="en-US" dirty="0">
                <a:latin typeface="+mn-lt"/>
              </a:rPr>
              <a:t>What are issues are illustrated here?</a:t>
            </a:r>
            <a:endParaRPr lang="en-GB" dirty="0">
              <a:latin typeface="+mn-lt"/>
            </a:endParaRPr>
          </a:p>
          <a:p>
            <a:endParaRPr lang="en-GB" dirty="0"/>
          </a:p>
        </p:txBody>
      </p:sp>
    </p:spTree>
    <p:extLst>
      <p:ext uri="{BB962C8B-B14F-4D97-AF65-F5344CB8AC3E}">
        <p14:creationId xmlns:p14="http://schemas.microsoft.com/office/powerpoint/2010/main" val="27994822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62930-2C99-EFAA-ACF8-54A80549DABE}"/>
              </a:ext>
            </a:extLst>
          </p:cNvPr>
          <p:cNvSpPr>
            <a:spLocks noGrp="1"/>
          </p:cNvSpPr>
          <p:nvPr>
            <p:ph type="title"/>
          </p:nvPr>
        </p:nvSpPr>
        <p:spPr/>
        <p:txBody>
          <a:bodyPr/>
          <a:lstStyle/>
          <a:p>
            <a:r>
              <a:rPr lang="en-US" sz="3600" dirty="0"/>
              <a:t>Cross-cultural Relationship Building-with business partners /clients / government</a:t>
            </a:r>
            <a:endParaRPr lang="en-GB" sz="3600" dirty="0"/>
          </a:p>
        </p:txBody>
      </p:sp>
      <p:sp>
        <p:nvSpPr>
          <p:cNvPr id="3" name="Content Placeholder 2">
            <a:extLst>
              <a:ext uri="{FF2B5EF4-FFF2-40B4-BE49-F238E27FC236}">
                <a16:creationId xmlns:a16="http://schemas.microsoft.com/office/drawing/2014/main" id="{C1D8AD1A-EE4F-A026-5A45-954AC4069CEF}"/>
              </a:ext>
            </a:extLst>
          </p:cNvPr>
          <p:cNvSpPr>
            <a:spLocks noGrp="1"/>
          </p:cNvSpPr>
          <p:nvPr>
            <p:ph idx="13"/>
          </p:nvPr>
        </p:nvSpPr>
        <p:spPr/>
        <p:txBody>
          <a:bodyPr/>
          <a:lstStyle/>
          <a:p>
            <a:r>
              <a:rPr lang="en-GB" dirty="0"/>
              <a:t>British expatriate manager: </a:t>
            </a:r>
          </a:p>
          <a:p>
            <a:endParaRPr lang="en-GB" dirty="0"/>
          </a:p>
          <a:p>
            <a:r>
              <a:rPr lang="en-US" dirty="0"/>
              <a:t>“Here, people work within particular influence groups, peer groups and different classes of people work together, and they are all connected in some way. We [Westerners] don’t really often understand all the connections. That’s something that is a lot more difficult to comprehend in this role. …. I think it has been said to me on many occasions that it would be completely thoughtless of me not to send gifts to the key stakeholders as part of a way of </a:t>
            </a:r>
            <a:r>
              <a:rPr lang="en-US" dirty="0" err="1"/>
              <a:t>recognising</a:t>
            </a:r>
            <a:r>
              <a:rPr lang="en-US" dirty="0"/>
              <a:t> them and their importance.” </a:t>
            </a:r>
          </a:p>
          <a:p>
            <a:endParaRPr lang="en-US" dirty="0"/>
          </a:p>
          <a:p>
            <a:r>
              <a:rPr lang="en-US" dirty="0"/>
              <a:t>What are issues illustrated here?</a:t>
            </a:r>
          </a:p>
          <a:p>
            <a:endParaRPr lang="en-GB" dirty="0"/>
          </a:p>
        </p:txBody>
      </p:sp>
    </p:spTree>
    <p:extLst>
      <p:ext uri="{BB962C8B-B14F-4D97-AF65-F5344CB8AC3E}">
        <p14:creationId xmlns:p14="http://schemas.microsoft.com/office/powerpoint/2010/main" val="2564629250"/>
      </p:ext>
    </p:extLst>
  </p:cSld>
  <p:clrMapOvr>
    <a:masterClrMapping/>
  </p:clrMapOvr>
</p:sld>
</file>

<file path=ppt/theme/theme1.xml><?xml version="1.0" encoding="utf-8"?>
<a:theme xmlns:a="http://schemas.openxmlformats.org/drawingml/2006/main" name="Logo Intr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itle + Text / Imag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tatistic / 1 USP">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xt + Larger Imag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Image" ma:contentTypeID="0x0101009148F5A04DDD49CBA7127AADA5FB792B00AADE34325A8B49CDA8BB4DB53328F21400122952C63813C74B823E456627F557FD" ma:contentTypeVersion="11" ma:contentTypeDescription="Upload an image." ma:contentTypeScope="" ma:versionID="15aaeb137f7df85f828f790d62f34bbf">
  <xsd:schema xmlns:xsd="http://www.w3.org/2001/XMLSchema" xmlns:xs="http://www.w3.org/2001/XMLSchema" xmlns:p="http://schemas.microsoft.com/office/2006/metadata/properties" xmlns:ns1="http://schemas.microsoft.com/sharepoint/v3" xmlns:ns2="184380D3-B1F4-4BF6-BDD3-5E699005C33B" xmlns:ns3="http://schemas.microsoft.com/sharepoint/v3/fields" xmlns:ns4="9296bcf7-f7b2-4004-b6a3-d27e747f2bab" xmlns:ns5="184380d3-b1f4-4bf6-bdd3-5e699005c33b" targetNamespace="http://schemas.microsoft.com/office/2006/metadata/properties" ma:root="true" ma:fieldsID="e29b7e4e23d7aa2f905ae6417251a131" ns1:_="" ns2:_="" ns3:_="" ns4:_="" ns5:_="">
    <xsd:import namespace="http://schemas.microsoft.com/sharepoint/v3"/>
    <xsd:import namespace="184380D3-B1F4-4BF6-BDD3-5E699005C33B"/>
    <xsd:import namespace="http://schemas.microsoft.com/sharepoint/v3/fields"/>
    <xsd:import namespace="9296bcf7-f7b2-4004-b6a3-d27e747f2bab"/>
    <xsd:import namespace="184380d3-b1f4-4bf6-bdd3-5e699005c33b"/>
    <xsd:element name="properties">
      <xsd:complexType>
        <xsd:sequence>
          <xsd:element name="documentManagement">
            <xsd:complexType>
              <xsd:all>
                <xsd:element ref="ns1:FileRef" minOccurs="0"/>
                <xsd:element ref="ns1:File_x0020_Type" minOccurs="0"/>
                <xsd:element ref="ns1:HTML_x0020_File_x0020_Type" minOccurs="0"/>
                <xsd:element ref="ns1:FSObjType" minOccurs="0"/>
                <xsd:element ref="ns2:ThumbnailExists" minOccurs="0"/>
                <xsd:element ref="ns2:PreviewExists" minOccurs="0"/>
                <xsd:element ref="ns2:ImageWidth" minOccurs="0"/>
                <xsd:element ref="ns2:ImageHeight" minOccurs="0"/>
                <xsd:element ref="ns2:ImageCreateDate" minOccurs="0"/>
                <xsd:element ref="ns3:wic_System_Copyright" minOccurs="0"/>
                <xsd:element ref="ns4:_dlc_DocId" minOccurs="0"/>
                <xsd:element ref="ns4:_dlc_DocIdUrl" minOccurs="0"/>
                <xsd:element ref="ns4:_dlc_DocIdPersistId" minOccurs="0"/>
                <xsd:element ref="ns1:PublishingStartDate" minOccurs="0"/>
                <xsd:element ref="ns1:PublishingExpirationDate" minOccurs="0"/>
                <xsd:element ref="ns5:MediaServiceMetadata" minOccurs="0"/>
                <xsd:element ref="ns5:MediaServiceFastMetadata" minOccurs="0"/>
                <xsd:element ref="ns5:MediaServiceDateTaken" minOccurs="0"/>
                <xsd:element ref="ns5:MediaServiceAutoTags" minOccurs="0"/>
                <xsd:element ref="ns5:MediaServiceOCR" minOccurs="0"/>
                <xsd:element ref="ns5:MediaServiceGenerationTime" minOccurs="0"/>
                <xsd:element ref="ns5:MediaServiceEventHashCode" minOccurs="0"/>
                <xsd:element ref="ns5:lcf76f155ced4ddcb4097134ff3c332f" minOccurs="0"/>
                <xsd:element ref="ns4:TaxCatchAll" minOccurs="0"/>
                <xsd:element ref="ns5: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FileRef" ma:index="8" nillable="true" ma:displayName="URL Path" ma:hidden="true" ma:list="Docs" ma:internalName="FileRef" ma:readOnly="true" ma:showField="FullUrl">
      <xsd:simpleType>
        <xsd:restriction base="dms:Lookup"/>
      </xsd:simpleType>
    </xsd:element>
    <xsd:element name="File_x0020_Type" ma:index="9" nillable="true" ma:displayName="File Type" ma:hidden="true" ma:internalName="File_x0020_Type" ma:readOnly="true">
      <xsd:simpleType>
        <xsd:restriction base="dms:Text"/>
      </xsd:simpleType>
    </xsd:element>
    <xsd:element name="HTML_x0020_File_x0020_Type" ma:index="10" nillable="true" ma:displayName="HTML File Type" ma:hidden="true" ma:internalName="HTML_x0020_File_x0020_Type" ma:readOnly="true">
      <xsd:simpleType>
        <xsd:restriction base="dms:Text"/>
      </xsd:simpleType>
    </xsd:element>
    <xsd:element name="FSObjType" ma:index="11" nillable="true" ma:displayName="Item Type" ma:hidden="true" ma:list="Docs" ma:internalName="FSObjType" ma:readOnly="true" ma:showField="FSType">
      <xsd:simpleType>
        <xsd:restriction base="dms:Lookup"/>
      </xsd:simpleType>
    </xsd:element>
    <xsd:element name="PublishingStartDate" ma:index="30" nillable="true" ma:displayName="Scheduling Start Date" ma:description="" ma:hidden="true" ma:internalName="PublishingStartDate">
      <xsd:simpleType>
        <xsd:restriction base="dms:Unknown"/>
      </xsd:simpleType>
    </xsd:element>
    <xsd:element name="PublishingExpirationDate" ma:index="31"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84380D3-B1F4-4BF6-BDD3-5E699005C33B" elementFormDefault="qualified">
    <xsd:import namespace="http://schemas.microsoft.com/office/2006/documentManagement/types"/>
    <xsd:import namespace="http://schemas.microsoft.com/office/infopath/2007/PartnerControls"/>
    <xsd:element name="ThumbnailExists" ma:index="18" nillable="true" ma:displayName="Thumbnail Exists" ma:default="FALSE" ma:hidden="true" ma:internalName="ThumbnailExists" ma:readOnly="true">
      <xsd:simpleType>
        <xsd:restriction base="dms:Boolean"/>
      </xsd:simpleType>
    </xsd:element>
    <xsd:element name="PreviewExists" ma:index="19" nillable="true" ma:displayName="Preview Exists" ma:default="FALSE" ma:hidden="true" ma:internalName="PreviewExists" ma:readOnly="true">
      <xsd:simpleType>
        <xsd:restriction base="dms:Boolean"/>
      </xsd:simpleType>
    </xsd:element>
    <xsd:element name="ImageWidth" ma:index="20" nillable="true" ma:displayName="Width" ma:internalName="ImageWidth" ma:readOnly="true">
      <xsd:simpleType>
        <xsd:restriction base="dms:Unknown"/>
      </xsd:simpleType>
    </xsd:element>
    <xsd:element name="ImageHeight" ma:index="22" nillable="true" ma:displayName="Height" ma:internalName="ImageHeight" ma:readOnly="true">
      <xsd:simpleType>
        <xsd:restriction base="dms:Unknown"/>
      </xsd:simpleType>
    </xsd:element>
    <xsd:element name="ImageCreateDate" ma:index="25" nillable="true" ma:displayName="Date Picture Taken" ma:format="DateTime" ma:hidden="true" ma:internalName="ImageCreat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wic_System_Copyright" ma:index="26" nillable="true" ma:displayName="Copyright" ma:internalName="wic_System_Copyright">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96bcf7-f7b2-4004-b6a3-d27e747f2bab" elementFormDefault="qualified">
    <xsd:import namespace="http://schemas.microsoft.com/office/2006/documentManagement/types"/>
    <xsd:import namespace="http://schemas.microsoft.com/office/infopath/2007/PartnerControls"/>
    <xsd:element name="_dlc_DocId" ma:index="27" nillable="true" ma:displayName="Document ID Value" ma:description="The value of the document ID assigned to this item." ma:internalName="_dlc_DocId" ma:readOnly="true">
      <xsd:simpleType>
        <xsd:restriction base="dms:Text"/>
      </xsd:simpleType>
    </xsd:element>
    <xsd:element name="_dlc_DocIdUrl" ma:index="28"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9" nillable="true" ma:displayName="Persist ID" ma:description="Keep ID on add." ma:hidden="true" ma:internalName="_dlc_DocIdPersistId" ma:readOnly="true">
      <xsd:simpleType>
        <xsd:restriction base="dms:Boolean"/>
      </xsd:simpleType>
    </xsd:element>
    <xsd:element name="TaxCatchAll" ma:index="41" nillable="true" ma:displayName="Taxonomy Catch All Column" ma:hidden="true" ma:list="{ac9252a4-f71c-4d26-b614-14265013b1b1}" ma:internalName="TaxCatchAll" ma:showField="CatchAllData" ma:web="9296bcf7-f7b2-4004-b6a3-d27e747f2ba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84380d3-b1f4-4bf6-bdd3-5e699005c33b" elementFormDefault="qualified">
    <xsd:import namespace="http://schemas.microsoft.com/office/2006/documentManagement/types"/>
    <xsd:import namespace="http://schemas.microsoft.com/office/infopath/2007/PartnerControls"/>
    <xsd:element name="MediaServiceMetadata" ma:index="32" nillable="true" ma:displayName="MediaServiceMetadata" ma:hidden="true" ma:internalName="MediaServiceMetadata" ma:readOnly="true">
      <xsd:simpleType>
        <xsd:restriction base="dms:Note"/>
      </xsd:simpleType>
    </xsd:element>
    <xsd:element name="MediaServiceFastMetadata" ma:index="33" nillable="true" ma:displayName="MediaServiceFastMetadata" ma:hidden="true" ma:internalName="MediaServiceFastMetadata" ma:readOnly="true">
      <xsd:simpleType>
        <xsd:restriction base="dms:Note"/>
      </xsd:simpleType>
    </xsd:element>
    <xsd:element name="MediaServiceDateTaken" ma:index="34" nillable="true" ma:displayName="MediaServiceDateTaken" ma:hidden="true" ma:internalName="MediaServiceDateTaken" ma:readOnly="true">
      <xsd:simpleType>
        <xsd:restriction base="dms:Text"/>
      </xsd:simpleType>
    </xsd:element>
    <xsd:element name="MediaServiceAutoTags" ma:index="35" nillable="true" ma:displayName="Tags" ma:internalName="MediaServiceAutoTags" ma:readOnly="true">
      <xsd:simpleType>
        <xsd:restriction base="dms:Text"/>
      </xsd:simpleType>
    </xsd:element>
    <xsd:element name="MediaServiceOCR" ma:index="36" nillable="true" ma:displayName="Extracted Text" ma:internalName="MediaServiceOCR" ma:readOnly="true">
      <xsd:simpleType>
        <xsd:restriction base="dms:Note">
          <xsd:maxLength value="255"/>
        </xsd:restriction>
      </xsd:simpleType>
    </xsd:element>
    <xsd:element name="MediaServiceGenerationTime" ma:index="37" nillable="true" ma:displayName="MediaServiceGenerationTime" ma:hidden="true" ma:internalName="MediaServiceGenerationTime" ma:readOnly="true">
      <xsd:simpleType>
        <xsd:restriction base="dms:Text"/>
      </xsd:simpleType>
    </xsd:element>
    <xsd:element name="MediaServiceEventHashCode" ma:index="38" nillable="true" ma:displayName="MediaServiceEventHashCode" ma:hidden="true" ma:internalName="MediaServiceEventHashCode" ma:readOnly="true">
      <xsd:simpleType>
        <xsd:restriction base="dms:Text"/>
      </xsd:simpleType>
    </xsd:element>
    <xsd:element name="lcf76f155ced4ddcb4097134ff3c332f" ma:index="40" nillable="true" ma:taxonomy="true" ma:internalName="lcf76f155ced4ddcb4097134ff3c332f" ma:taxonomyFieldName="MediaServiceImageTags" ma:displayName="Image Tags" ma:readOnly="false" ma:fieldId="{5cf76f15-5ced-4ddc-b409-7134ff3c332f}" ma:taxonomyMulti="true" ma:sspId="d6c6c170-7366-48ed-88e6-2840e021297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4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24" ma:displayName="Author"/>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ma:index="23" ma:displayName="Comments"/>
        <xsd:element name="keywords" minOccurs="0" maxOccurs="1" type="xsd:string" ma:index="14"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lcf76f155ced4ddcb4097134ff3c332f xmlns="184380d3-b1f4-4bf6-bdd3-5e699005c33b">
      <Terms xmlns="http://schemas.microsoft.com/office/infopath/2007/PartnerControls"/>
    </lcf76f155ced4ddcb4097134ff3c332f>
    <TaxCatchAll xmlns="9296bcf7-f7b2-4004-b6a3-d27e747f2bab" xsi:nil="true"/>
    <ImageCreateDate xmlns="184380D3-B1F4-4BF6-BDD3-5E699005C33B" xsi:nil="true"/>
    <PublishingExpirationDate xmlns="http://schemas.microsoft.com/sharepoint/v3" xsi:nil="true"/>
    <PublishingStartDate xmlns="http://schemas.microsoft.com/sharepoint/v3" xsi:nil="true"/>
    <wic_System_Copyright xmlns="http://schemas.microsoft.com/sharepoint/v3/fields" xsi:nil="true"/>
    <_dlc_DocId xmlns="9296bcf7-f7b2-4004-b6a3-d27e747f2bab">TAFXHH6S76DC-1259033518-99</_dlc_DocId>
    <_dlc_DocIdUrl xmlns="9296bcf7-f7b2-4004-b6a3-d27e747f2bab">
      <Url>https://connectglosac.sharepoint.com/sites/staffnet/cmsr/_layouts/15/DocIdRedir.aspx?ID=TAFXHH6S76DC-1259033518-99</Url>
      <Description>TAFXHH6S76DC-1259033518-99</Description>
    </_dlc_DocIdUrl>
  </documentManagement>
</p:properties>
</file>

<file path=customXml/itemProps1.xml><?xml version="1.0" encoding="utf-8"?>
<ds:datastoreItem xmlns:ds="http://schemas.openxmlformats.org/officeDocument/2006/customXml" ds:itemID="{63CBCD9E-ACAC-4D3F-8BAD-35A915F76B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84380D3-B1F4-4BF6-BDD3-5E699005C33B"/>
    <ds:schemaRef ds:uri="http://schemas.microsoft.com/sharepoint/v3/fields"/>
    <ds:schemaRef ds:uri="9296bcf7-f7b2-4004-b6a3-d27e747f2bab"/>
    <ds:schemaRef ds:uri="184380d3-b1f4-4bf6-bdd3-5e699005c3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BBBC34D-5163-4DE0-B1B4-340B6D9145D3}">
  <ds:schemaRefs>
    <ds:schemaRef ds:uri="http://schemas.microsoft.com/sharepoint/events"/>
  </ds:schemaRefs>
</ds:datastoreItem>
</file>

<file path=customXml/itemProps3.xml><?xml version="1.0" encoding="utf-8"?>
<ds:datastoreItem xmlns:ds="http://schemas.openxmlformats.org/officeDocument/2006/customXml" ds:itemID="{5D0A6366-8B3A-427D-8B2B-B54AD2C58A48}">
  <ds:schemaRefs>
    <ds:schemaRef ds:uri="http://schemas.microsoft.com/sharepoint/v3/contenttype/forms"/>
  </ds:schemaRefs>
</ds:datastoreItem>
</file>

<file path=customXml/itemProps4.xml><?xml version="1.0" encoding="utf-8"?>
<ds:datastoreItem xmlns:ds="http://schemas.openxmlformats.org/officeDocument/2006/customXml" ds:itemID="{DD3E0513-1EB6-44C4-AED3-E329FEC1642A}">
  <ds:schemaRefs>
    <ds:schemaRef ds:uri="http://purl.org/dc/terms/"/>
    <ds:schemaRef ds:uri="http://schemas.microsoft.com/office/infopath/2007/PartnerControls"/>
    <ds:schemaRef ds:uri="http://purl.org/dc/dcmitype/"/>
    <ds:schemaRef ds:uri="http://schemas.openxmlformats.org/package/2006/metadata/core-properties"/>
    <ds:schemaRef ds:uri="http://www.w3.org/XML/1998/namespace"/>
    <ds:schemaRef ds:uri="184380D3-B1F4-4BF6-BDD3-5E699005C33B"/>
    <ds:schemaRef ds:uri="http://purl.org/dc/elements/1.1/"/>
    <ds:schemaRef ds:uri="184380d3-b1f4-4bf6-bdd3-5e699005c33b"/>
    <ds:schemaRef ds:uri="http://schemas.microsoft.com/office/2006/documentManagement/types"/>
    <ds:schemaRef ds:uri="http://schemas.microsoft.com/sharepoint/v3"/>
    <ds:schemaRef ds:uri="9296bcf7-f7b2-4004-b6a3-d27e747f2bab"/>
    <ds:schemaRef ds:uri="http://schemas.microsoft.com/sharepoint/v3/field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9482</TotalTime>
  <Words>7530</Words>
  <Application>Microsoft Office PowerPoint</Application>
  <PresentationFormat>Widescreen</PresentationFormat>
  <Paragraphs>579</Paragraphs>
  <Slides>62</Slides>
  <Notes>54</Notes>
  <HiddenSlides>5</HiddenSlides>
  <MMClips>3</MMClips>
  <ScaleCrop>false</ScaleCrop>
  <HeadingPairs>
    <vt:vector size="6" baseType="variant">
      <vt:variant>
        <vt:lpstr>Fonts Used</vt:lpstr>
      </vt:variant>
      <vt:variant>
        <vt:i4>14</vt:i4>
      </vt:variant>
      <vt:variant>
        <vt:lpstr>Theme</vt:lpstr>
      </vt:variant>
      <vt:variant>
        <vt:i4>5</vt:i4>
      </vt:variant>
      <vt:variant>
        <vt:lpstr>Slide Titles</vt:lpstr>
      </vt:variant>
      <vt:variant>
        <vt:i4>62</vt:i4>
      </vt:variant>
    </vt:vector>
  </HeadingPairs>
  <TitlesOfParts>
    <vt:vector size="81" baseType="lpstr">
      <vt:lpstr>AdvMc_Times-i</vt:lpstr>
      <vt:lpstr>AdvTimes</vt:lpstr>
      <vt:lpstr>-apple-system</vt:lpstr>
      <vt:lpstr>Arial</vt:lpstr>
      <vt:lpstr>Arial</vt:lpstr>
      <vt:lpstr>Barlow</vt:lpstr>
      <vt:lpstr>Calibri</vt:lpstr>
      <vt:lpstr>Google Sans</vt:lpstr>
      <vt:lpstr>Helvetica</vt:lpstr>
      <vt:lpstr>Impact</vt:lpstr>
      <vt:lpstr>Quicksand</vt:lpstr>
      <vt:lpstr>source-serif-pro</vt:lpstr>
      <vt:lpstr>System Font Regular</vt:lpstr>
      <vt:lpstr>Verdana</vt:lpstr>
      <vt:lpstr>Logo Intro</vt:lpstr>
      <vt:lpstr>Title</vt:lpstr>
      <vt:lpstr>Title + Text / Image</vt:lpstr>
      <vt:lpstr>Statistic / 1 USP</vt:lpstr>
      <vt:lpstr>Text + Larger Image</vt:lpstr>
      <vt:lpstr>BM7703  Cross cultural issues in international business  Week 2  Theories of culture and how culture influences our behaviour  Sara hooke</vt:lpstr>
      <vt:lpstr>This week we are going to look at… </vt:lpstr>
      <vt:lpstr>Why are we looking at this?</vt:lpstr>
      <vt:lpstr>Why are we looking at this?</vt:lpstr>
      <vt:lpstr>Plan of the session</vt:lpstr>
      <vt:lpstr>Cultural dimensions</vt:lpstr>
      <vt:lpstr>What is culture?</vt:lpstr>
      <vt:lpstr>PowerPoint Presentation</vt:lpstr>
      <vt:lpstr>Greetings from around the world</vt:lpstr>
      <vt:lpstr>Greetings from around the world</vt:lpstr>
      <vt:lpstr>What do we do when we meet people for the first time?</vt:lpstr>
      <vt:lpstr>Cultural differences are there Even from our first interaction</vt:lpstr>
      <vt:lpstr>Hofstede Cultural dimensions</vt:lpstr>
      <vt:lpstr>Hofstede’s cultural dimensions</vt:lpstr>
      <vt:lpstr>Power distance</vt:lpstr>
      <vt:lpstr>PowerPoint Presentation</vt:lpstr>
      <vt:lpstr>INDIVIDUALISM (IDV) vs collectivism </vt:lpstr>
      <vt:lpstr>MASCULINITY VS FEMININITY (MAS) </vt:lpstr>
      <vt:lpstr>UNCERTAINTY AVOIDANCE (UAI) </vt:lpstr>
      <vt:lpstr>LONG TERM ORIENTATION (LTO) </vt:lpstr>
      <vt:lpstr>INDULGENCE (IVR) </vt:lpstr>
      <vt:lpstr>Schwartz’s national Culture Model</vt:lpstr>
      <vt:lpstr>PowerPoint Presentation</vt:lpstr>
      <vt:lpstr>PowerPoint Presentation</vt:lpstr>
      <vt:lpstr>PowerPoint Presentation</vt:lpstr>
      <vt:lpstr>PowerPoint Presentation</vt:lpstr>
      <vt:lpstr>PowerPoint Presentation</vt:lpstr>
      <vt:lpstr>Interactions- people and the group</vt:lpstr>
      <vt:lpstr>PowerPoint Presentation</vt:lpstr>
      <vt:lpstr>Interactions- distribution of power</vt:lpstr>
      <vt:lpstr>Are you from a society….?</vt:lpstr>
      <vt:lpstr>Interactions with others</vt:lpstr>
      <vt:lpstr>Interactions- how we deal with uncertainty and ambiguity </vt:lpstr>
      <vt:lpstr>Trompenaars</vt:lpstr>
      <vt:lpstr>PowerPoint Presentation</vt:lpstr>
      <vt:lpstr>Universalism vs Particularism</vt:lpstr>
      <vt:lpstr>Individualism vs Communitarianism</vt:lpstr>
      <vt:lpstr>Specific vs diffuse</vt:lpstr>
      <vt:lpstr>Neutral vs affective</vt:lpstr>
      <vt:lpstr>Achievement vs Ascription</vt:lpstr>
      <vt:lpstr>Sequential vs Synchronous time</vt:lpstr>
      <vt:lpstr>Internal vs external direction</vt:lpstr>
      <vt:lpstr>Trompenaar’s 7 cultural dimensions</vt:lpstr>
      <vt:lpstr>Time</vt:lpstr>
      <vt:lpstr>PowerPoint Presentation</vt:lpstr>
      <vt:lpstr>Meeting agendas</vt:lpstr>
      <vt:lpstr>The importance of understanding cultural impacts on business</vt:lpstr>
      <vt:lpstr>Cross-cultural Relationship Building</vt:lpstr>
      <vt:lpstr>Exercise</vt:lpstr>
      <vt:lpstr>BREAK  Please read Navigating the Cultural Minefield by Erin Meyer https://elevate.talis.com/glos/player/modules/66fc16b25156ddd73dcc0fa2/resources/6702998f2ce7860715744a38?page=0</vt:lpstr>
      <vt:lpstr>The culture Map by Erin Meyer</vt:lpstr>
      <vt:lpstr>PowerPoint Presentation</vt:lpstr>
      <vt:lpstr>PowerPoint Presentation</vt:lpstr>
      <vt:lpstr>Individual activity</vt:lpstr>
      <vt:lpstr>Activity</vt:lpstr>
      <vt:lpstr>As a group Submit your 3 country culture choices here </vt:lpstr>
      <vt:lpstr>Outcomes of today’s session</vt:lpstr>
      <vt:lpstr>Group discussion</vt:lpstr>
      <vt:lpstr>Cross-cultural Relationship Building-with employees from different cultures </vt:lpstr>
      <vt:lpstr>Relationship Building in Highly Collective Societies</vt:lpstr>
      <vt:lpstr>Cross-cultural Relationship Building-with business partners /clients / government</vt:lpstr>
      <vt:lpstr>Cross-cultural Relationship Building-with business partners /clients / government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RCA_PowerPoint_Template</dc:title>
  <dc:subject/>
  <dc:creator>Bond&amp;Coyne</dc:creator>
  <cp:keywords/>
  <dc:description/>
  <cp:lastModifiedBy>HOOKE, Sara</cp:lastModifiedBy>
  <cp:revision>405</cp:revision>
  <cp:lastPrinted>2023-10-18T07:58:54Z</cp:lastPrinted>
  <dcterms:created xsi:type="dcterms:W3CDTF">2020-09-16T11:14:25Z</dcterms:created>
  <dcterms:modified xsi:type="dcterms:W3CDTF">2024-10-09T09:49:53Z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0x0101009148F5A04DDD49CBA7127AADA5FB792B00AADE34325A8B49CDA8BB4DB53328F21400122952C63813C74B823E456627F557FD</vt:lpwstr>
  </property>
  <property fmtid="{D5CDD505-2E9C-101B-9397-08002B2CF9AE}" pid="3" name="_dlc_DocIdItemGuid">
    <vt:lpwstr>96d1798d-d796-4f1d-8532-6a33cd226651</vt:lpwstr>
  </property>
  <property fmtid="{D5CDD505-2E9C-101B-9397-08002B2CF9AE}" pid="4" name="MediaServiceImageTags">
    <vt:lpwstr/>
  </property>
</Properties>
</file>